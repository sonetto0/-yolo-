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7" r:id="rId3"/>
    <p:sldId id="258" r:id="rId4"/>
    <p:sldId id="259" r:id="rId5"/>
    <p:sldId id="271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72" r:id="rId15"/>
    <p:sldId id="269" r:id="rId16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gs" Target="tags/tag166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 smtClean="0">
                <a:latin typeface="微软雅黑" panose="020B0503020204020204" charset="-122"/>
                <a:ea typeface="微软雅黑" panose="020B0503020204020204" charset="-122"/>
              </a:rPr>
              <a:t>模板来自于：第一</a:t>
            </a:r>
            <a:r>
              <a:rPr lang="en-US" altLang="zh-CN" sz="1200" dirty="0" smtClean="0">
                <a:latin typeface="微软雅黑" panose="020B0503020204020204" charset="-122"/>
                <a:ea typeface="微软雅黑" panose="020B0503020204020204" charset="-122"/>
              </a:rPr>
              <a:t>PPT</a:t>
            </a:r>
            <a:r>
              <a:rPr lang="zh-CN" altLang="en-US" sz="1200" dirty="0" smtClean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200" dirty="0" smtClean="0">
                <a:latin typeface="微软雅黑" panose="020B0503020204020204" charset="-122"/>
                <a:ea typeface="微软雅黑" panose="020B0503020204020204" charset="-122"/>
              </a:rPr>
              <a:t>https://www.1ppt.com/</a:t>
            </a:r>
            <a:endParaRPr lang="zh-CN" altLang="en-US" sz="1200" dirty="0" smtClean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7A18E4-E086-47B7-961D-4259D0AFFA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图形"/>
          <p:cNvSpPr/>
          <p:nvPr userDrawn="1">
            <p:custDataLst>
              <p:tags r:id="rId2"/>
            </p:custDataLst>
          </p:nvPr>
        </p:nvSpPr>
        <p:spPr>
          <a:xfrm flipH="1">
            <a:off x="-611505" y="-1095375"/>
            <a:ext cx="1473835" cy="1473835"/>
          </a:xfrm>
          <a:prstGeom prst="ellipse">
            <a:avLst/>
          </a:prstGeom>
          <a:solidFill>
            <a:schemeClr val="accent2">
              <a:alpha val="12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45336"/>
              </a:solidFill>
              <a:cs typeface="思源黑体旧字形 Light" panose="020B0300000000000000" charset="-128"/>
            </a:endParaRPr>
          </a:p>
        </p:txBody>
      </p:sp>
      <p:sp>
        <p:nvSpPr>
          <p:cNvPr id="110" name="图形"/>
          <p:cNvSpPr/>
          <p:nvPr userDrawn="1">
            <p:custDataLst>
              <p:tags r:id="rId3"/>
            </p:custDataLst>
          </p:nvPr>
        </p:nvSpPr>
        <p:spPr>
          <a:xfrm>
            <a:off x="-121" y="-301463"/>
            <a:ext cx="455576" cy="911152"/>
          </a:xfrm>
          <a:custGeom>
            <a:avLst/>
            <a:gdLst>
              <a:gd name="connsiteX0" fmla="*/ 0 w 457200"/>
              <a:gd name="connsiteY0" fmla="*/ 0 h 914400"/>
              <a:gd name="connsiteX1" fmla="*/ 457200 w 457200"/>
              <a:gd name="connsiteY1" fmla="*/ 457200 h 914400"/>
              <a:gd name="connsiteX2" fmla="*/ 0 w 457200"/>
              <a:gd name="connsiteY2" fmla="*/ 914400 h 914400"/>
              <a:gd name="connsiteX3" fmla="*/ 0 w 457200"/>
              <a:gd name="connsiteY3" fmla="*/ 679939 h 914400"/>
              <a:gd name="connsiteX4" fmla="*/ 222739 w 457200"/>
              <a:gd name="connsiteY4" fmla="*/ 457200 h 914400"/>
              <a:gd name="connsiteX5" fmla="*/ 0 w 457200"/>
              <a:gd name="connsiteY5" fmla="*/ 234461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7200" h="914400">
                <a:moveTo>
                  <a:pt x="0" y="0"/>
                </a:moveTo>
                <a:cubicBezTo>
                  <a:pt x="252505" y="0"/>
                  <a:pt x="457200" y="204695"/>
                  <a:pt x="457200" y="457200"/>
                </a:cubicBezTo>
                <a:cubicBezTo>
                  <a:pt x="457200" y="709705"/>
                  <a:pt x="252505" y="914400"/>
                  <a:pt x="0" y="914400"/>
                </a:cubicBezTo>
                <a:lnTo>
                  <a:pt x="0" y="679939"/>
                </a:lnTo>
                <a:cubicBezTo>
                  <a:pt x="123015" y="679939"/>
                  <a:pt x="222739" y="580215"/>
                  <a:pt x="222739" y="457200"/>
                </a:cubicBezTo>
                <a:cubicBezTo>
                  <a:pt x="222739" y="334185"/>
                  <a:pt x="123015" y="234461"/>
                  <a:pt x="0" y="234461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85750"/>
            <a:endParaRPr lang="en-US" sz="1125">
              <a:solidFill>
                <a:srgbClr val="FFFFFF"/>
              </a:solidFill>
              <a:latin typeface="思源黑体旧字形 Light" panose="020B0300000000000000" charset="-128"/>
              <a:cs typeface="思源黑体旧字形 Light" panose="020B0300000000000000" charset="-128"/>
            </a:endParaRPr>
          </a:p>
        </p:txBody>
      </p:sp>
      <p:sp>
        <p:nvSpPr>
          <p:cNvPr id="111" name="图形"/>
          <p:cNvSpPr/>
          <p:nvPr userDrawn="1">
            <p:custDataLst>
              <p:tags r:id="rId4"/>
            </p:custDataLst>
          </p:nvPr>
        </p:nvSpPr>
        <p:spPr>
          <a:xfrm flipH="1" flipV="1">
            <a:off x="455455" y="490167"/>
            <a:ext cx="134529" cy="134529"/>
          </a:xfrm>
          <a:prstGeom prst="ellipse">
            <a:avLst/>
          </a:pr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45336"/>
              </a:solidFill>
              <a:cs typeface="思源黑体旧字形 Light" panose="020B0300000000000000" charset="-128"/>
            </a:endParaRPr>
          </a:p>
        </p:txBody>
      </p:sp>
      <p:sp>
        <p:nvSpPr>
          <p:cNvPr id="6" name="文本框 5"/>
          <p:cNvSpPr txBox="1"/>
          <p:nvPr userDrawn="1">
            <p:custDataLst>
              <p:tags r:id="rId5"/>
            </p:custDataLst>
          </p:nvPr>
        </p:nvSpPr>
        <p:spPr>
          <a:xfrm>
            <a:off x="708660" y="266700"/>
            <a:ext cx="316611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dist">
              <a:lnSpc>
                <a:spcPct val="100000"/>
              </a:lnSpc>
              <a:buClrTx/>
              <a:buSzTx/>
              <a:buFontTx/>
            </a:pPr>
            <a:r>
              <a:rPr lang="zh-CN" altLang="en-US" sz="360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包图粗黑体" panose="02000800000000000000" charset="-122"/>
                <a:ea typeface="包图粗黑体" panose="02000800000000000000" charset="-122"/>
                <a:cs typeface="思源黑体 CN Normal" panose="020B0400000000000000" charset="-122"/>
                <a:sym typeface="+mn-ea"/>
              </a:rPr>
              <a:t>产品系列展示</a:t>
            </a:r>
            <a:endParaRPr lang="zh-CN" altLang="en-US" sz="3600">
              <a:solidFill>
                <a:schemeClr val="tx1">
                  <a:lumMod val="85000"/>
                  <a:lumOff val="15000"/>
                </a:schemeClr>
              </a:solidFill>
              <a:effectLst/>
              <a:uFillTx/>
              <a:latin typeface="包图粗黑体" panose="02000800000000000000" charset="-122"/>
              <a:ea typeface="包图粗黑体" panose="02000800000000000000" charset="-122"/>
              <a:cs typeface="思源黑体 CN Normal" panose="020B0400000000000000" charset="-122"/>
              <a:sym typeface="+mn-ea"/>
            </a:endParaRPr>
          </a:p>
        </p:txBody>
      </p:sp>
    </p:spTree>
  </p:cSld>
  <p:clrMapOvr>
    <a:masterClrMapping/>
  </p:clrMapOvr>
  <p:transition advTm="2000">
    <p:wedg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11.xml"/><Relationship Id="rId80" Type="http://schemas.openxmlformats.org/officeDocument/2006/relationships/slideLayout" Target="../slideLayouts/slideLayout1.xml"/><Relationship Id="rId8" Type="http://schemas.openxmlformats.org/officeDocument/2006/relationships/tags" Target="../tags/tag10.xml"/><Relationship Id="rId79" Type="http://schemas.openxmlformats.org/officeDocument/2006/relationships/tags" Target="../tags/tag80.xml"/><Relationship Id="rId78" Type="http://schemas.openxmlformats.org/officeDocument/2006/relationships/tags" Target="../tags/tag79.xml"/><Relationship Id="rId77" Type="http://schemas.openxmlformats.org/officeDocument/2006/relationships/tags" Target="../tags/tag78.xml"/><Relationship Id="rId76" Type="http://schemas.openxmlformats.org/officeDocument/2006/relationships/tags" Target="../tags/tag77.xml"/><Relationship Id="rId75" Type="http://schemas.openxmlformats.org/officeDocument/2006/relationships/tags" Target="../tags/tag76.xml"/><Relationship Id="rId74" Type="http://schemas.openxmlformats.org/officeDocument/2006/relationships/tags" Target="../tags/tag75.xml"/><Relationship Id="rId73" Type="http://schemas.openxmlformats.org/officeDocument/2006/relationships/tags" Target="../tags/tag74.xml"/><Relationship Id="rId72" Type="http://schemas.openxmlformats.org/officeDocument/2006/relationships/tags" Target="../tags/tag73.xml"/><Relationship Id="rId71" Type="http://schemas.openxmlformats.org/officeDocument/2006/relationships/tags" Target="../tags/tag72.xml"/><Relationship Id="rId70" Type="http://schemas.openxmlformats.org/officeDocument/2006/relationships/tags" Target="../tags/tag71.xml"/><Relationship Id="rId7" Type="http://schemas.openxmlformats.org/officeDocument/2006/relationships/tags" Target="../tags/tag9.xml"/><Relationship Id="rId69" Type="http://schemas.openxmlformats.org/officeDocument/2006/relationships/tags" Target="../tags/tag70.xml"/><Relationship Id="rId68" Type="http://schemas.openxmlformats.org/officeDocument/2006/relationships/tags" Target="../tags/tag69.xml"/><Relationship Id="rId67" Type="http://schemas.openxmlformats.org/officeDocument/2006/relationships/tags" Target="../tags/tag68.xml"/><Relationship Id="rId66" Type="http://schemas.openxmlformats.org/officeDocument/2006/relationships/tags" Target="../tags/tag67.xml"/><Relationship Id="rId65" Type="http://schemas.openxmlformats.org/officeDocument/2006/relationships/tags" Target="../tags/tag66.xml"/><Relationship Id="rId64" Type="http://schemas.openxmlformats.org/officeDocument/2006/relationships/tags" Target="../tags/tag65.xml"/><Relationship Id="rId63" Type="http://schemas.openxmlformats.org/officeDocument/2006/relationships/tags" Target="../tags/tag64.xml"/><Relationship Id="rId62" Type="http://schemas.openxmlformats.org/officeDocument/2006/relationships/tags" Target="../tags/tag63.xml"/><Relationship Id="rId61" Type="http://schemas.openxmlformats.org/officeDocument/2006/relationships/tags" Target="../tags/tag62.xml"/><Relationship Id="rId60" Type="http://schemas.openxmlformats.org/officeDocument/2006/relationships/tags" Target="../tags/tag61.xml"/><Relationship Id="rId6" Type="http://schemas.openxmlformats.org/officeDocument/2006/relationships/tags" Target="../tags/tag8.xml"/><Relationship Id="rId59" Type="http://schemas.openxmlformats.org/officeDocument/2006/relationships/tags" Target="../tags/tag60.xml"/><Relationship Id="rId58" Type="http://schemas.openxmlformats.org/officeDocument/2006/relationships/tags" Target="../tags/tag59.xml"/><Relationship Id="rId57" Type="http://schemas.openxmlformats.org/officeDocument/2006/relationships/tags" Target="../tags/tag58.xml"/><Relationship Id="rId56" Type="http://schemas.openxmlformats.org/officeDocument/2006/relationships/tags" Target="../tags/tag57.xml"/><Relationship Id="rId55" Type="http://schemas.openxmlformats.org/officeDocument/2006/relationships/tags" Target="../tags/tag56.xml"/><Relationship Id="rId54" Type="http://schemas.openxmlformats.org/officeDocument/2006/relationships/tags" Target="../tags/tag55.xml"/><Relationship Id="rId53" Type="http://schemas.openxmlformats.org/officeDocument/2006/relationships/tags" Target="../tags/tag54.xml"/><Relationship Id="rId52" Type="http://schemas.openxmlformats.org/officeDocument/2006/relationships/tags" Target="../tags/tag53.xml"/><Relationship Id="rId51" Type="http://schemas.openxmlformats.org/officeDocument/2006/relationships/tags" Target="../tags/tag52.xml"/><Relationship Id="rId50" Type="http://schemas.openxmlformats.org/officeDocument/2006/relationships/tags" Target="../tags/tag51.xml"/><Relationship Id="rId5" Type="http://schemas.openxmlformats.org/officeDocument/2006/relationships/tags" Target="../tags/tag7.xml"/><Relationship Id="rId49" Type="http://schemas.openxmlformats.org/officeDocument/2006/relationships/tags" Target="../tags/tag50.xml"/><Relationship Id="rId48" Type="http://schemas.openxmlformats.org/officeDocument/2006/relationships/tags" Target="../tags/tag49.xml"/><Relationship Id="rId47" Type="http://schemas.openxmlformats.org/officeDocument/2006/relationships/tags" Target="../tags/tag48.xml"/><Relationship Id="rId46" Type="http://schemas.openxmlformats.org/officeDocument/2006/relationships/tags" Target="../tags/tag47.xml"/><Relationship Id="rId45" Type="http://schemas.openxmlformats.org/officeDocument/2006/relationships/tags" Target="../tags/tag46.xml"/><Relationship Id="rId44" Type="http://schemas.openxmlformats.org/officeDocument/2006/relationships/tags" Target="../tags/tag45.xml"/><Relationship Id="rId43" Type="http://schemas.openxmlformats.org/officeDocument/2006/relationships/tags" Target="../tags/tag44.xml"/><Relationship Id="rId42" Type="http://schemas.openxmlformats.org/officeDocument/2006/relationships/tags" Target="../tags/tag43.xml"/><Relationship Id="rId41" Type="http://schemas.openxmlformats.org/officeDocument/2006/relationships/tags" Target="../tags/tag42.xml"/><Relationship Id="rId40" Type="http://schemas.openxmlformats.org/officeDocument/2006/relationships/tags" Target="../tags/tag41.xml"/><Relationship Id="rId4" Type="http://schemas.openxmlformats.org/officeDocument/2006/relationships/tags" Target="../tags/tag6.xml"/><Relationship Id="rId39" Type="http://schemas.openxmlformats.org/officeDocument/2006/relationships/tags" Target="../tags/tag40.xml"/><Relationship Id="rId38" Type="http://schemas.openxmlformats.org/officeDocument/2006/relationships/tags" Target="../tags/tag39.xml"/><Relationship Id="rId37" Type="http://schemas.openxmlformats.org/officeDocument/2006/relationships/tags" Target="../tags/tag38.xml"/><Relationship Id="rId36" Type="http://schemas.openxmlformats.org/officeDocument/2006/relationships/tags" Target="../tags/tag37.xml"/><Relationship Id="rId35" Type="http://schemas.openxmlformats.org/officeDocument/2006/relationships/tags" Target="../tags/tag36.xml"/><Relationship Id="rId34" Type="http://schemas.openxmlformats.org/officeDocument/2006/relationships/tags" Target="../tags/tag35.xml"/><Relationship Id="rId33" Type="http://schemas.openxmlformats.org/officeDocument/2006/relationships/tags" Target="../tags/tag34.xml"/><Relationship Id="rId32" Type="http://schemas.openxmlformats.org/officeDocument/2006/relationships/tags" Target="../tags/tag33.xml"/><Relationship Id="rId31" Type="http://schemas.openxmlformats.org/officeDocument/2006/relationships/tags" Target="../tags/tag32.xml"/><Relationship Id="rId30" Type="http://schemas.openxmlformats.org/officeDocument/2006/relationships/tags" Target="../tags/tag31.xml"/><Relationship Id="rId3" Type="http://schemas.openxmlformats.org/officeDocument/2006/relationships/image" Target="../media/image2.png"/><Relationship Id="rId29" Type="http://schemas.openxmlformats.org/officeDocument/2006/relationships/tags" Target="../tags/tag30.xml"/><Relationship Id="rId28" Type="http://schemas.openxmlformats.org/officeDocument/2006/relationships/tags" Target="../tags/tag29.xml"/><Relationship Id="rId27" Type="http://schemas.openxmlformats.org/officeDocument/2006/relationships/tags" Target="../tags/tag28.xml"/><Relationship Id="rId26" Type="http://schemas.openxmlformats.org/officeDocument/2006/relationships/tags" Target="../tags/tag27.xml"/><Relationship Id="rId25" Type="http://schemas.openxmlformats.org/officeDocument/2006/relationships/tags" Target="../tags/tag26.xml"/><Relationship Id="rId24" Type="http://schemas.openxmlformats.org/officeDocument/2006/relationships/tags" Target="../tags/tag25.xml"/><Relationship Id="rId23" Type="http://schemas.openxmlformats.org/officeDocument/2006/relationships/tags" Target="../tags/tag24.xml"/><Relationship Id="rId22" Type="http://schemas.openxmlformats.org/officeDocument/2006/relationships/tags" Target="../tags/tag23.xml"/><Relationship Id="rId21" Type="http://schemas.openxmlformats.org/officeDocument/2006/relationships/tags" Target="../tags/tag22.xml"/><Relationship Id="rId20" Type="http://schemas.openxmlformats.org/officeDocument/2006/relationships/image" Target="../media/image3.png"/><Relationship Id="rId2" Type="http://schemas.openxmlformats.org/officeDocument/2006/relationships/image" Target="../media/image1.png"/><Relationship Id="rId19" Type="http://schemas.openxmlformats.org/officeDocument/2006/relationships/tags" Target="../tags/tag21.xml"/><Relationship Id="rId18" Type="http://schemas.openxmlformats.org/officeDocument/2006/relationships/tags" Target="../tags/tag20.xml"/><Relationship Id="rId17" Type="http://schemas.openxmlformats.org/officeDocument/2006/relationships/tags" Target="../tags/tag19.xml"/><Relationship Id="rId16" Type="http://schemas.openxmlformats.org/officeDocument/2006/relationships/tags" Target="../tags/tag18.xml"/><Relationship Id="rId15" Type="http://schemas.openxmlformats.org/officeDocument/2006/relationships/tags" Target="../tags/tag17.xml"/><Relationship Id="rId14" Type="http://schemas.openxmlformats.org/officeDocument/2006/relationships/tags" Target="../tags/tag16.xml"/><Relationship Id="rId13" Type="http://schemas.openxmlformats.org/officeDocument/2006/relationships/tags" Target="../tags/tag15.xml"/><Relationship Id="rId12" Type="http://schemas.openxmlformats.org/officeDocument/2006/relationships/tags" Target="../tags/tag14.xml"/><Relationship Id="rId11" Type="http://schemas.openxmlformats.org/officeDocument/2006/relationships/tags" Target="../tags/tag13.xml"/><Relationship Id="rId10" Type="http://schemas.openxmlformats.org/officeDocument/2006/relationships/tags" Target="../tags/tag12.xml"/><Relationship Id="rId1" Type="http://schemas.openxmlformats.org/officeDocument/2006/relationships/tags" Target="../tags/tag5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8.xml"/><Relationship Id="rId8" Type="http://schemas.openxmlformats.org/officeDocument/2006/relationships/tags" Target="../tags/tag87.xml"/><Relationship Id="rId7" Type="http://schemas.openxmlformats.org/officeDocument/2006/relationships/tags" Target="../tags/tag86.xml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4" Type="http://schemas.openxmlformats.org/officeDocument/2006/relationships/slideLayout" Target="../slideLayouts/slideLayout1.xml"/><Relationship Id="rId43" Type="http://schemas.openxmlformats.org/officeDocument/2006/relationships/tags" Target="../tags/tag122.xml"/><Relationship Id="rId42" Type="http://schemas.openxmlformats.org/officeDocument/2006/relationships/tags" Target="../tags/tag121.xml"/><Relationship Id="rId41" Type="http://schemas.openxmlformats.org/officeDocument/2006/relationships/tags" Target="../tags/tag120.xml"/><Relationship Id="rId40" Type="http://schemas.openxmlformats.org/officeDocument/2006/relationships/tags" Target="../tags/tag119.xml"/><Relationship Id="rId4" Type="http://schemas.openxmlformats.org/officeDocument/2006/relationships/tags" Target="../tags/tag83.xml"/><Relationship Id="rId39" Type="http://schemas.openxmlformats.org/officeDocument/2006/relationships/tags" Target="../tags/tag118.xml"/><Relationship Id="rId38" Type="http://schemas.openxmlformats.org/officeDocument/2006/relationships/tags" Target="../tags/tag117.xml"/><Relationship Id="rId37" Type="http://schemas.openxmlformats.org/officeDocument/2006/relationships/tags" Target="../tags/tag116.xml"/><Relationship Id="rId36" Type="http://schemas.openxmlformats.org/officeDocument/2006/relationships/tags" Target="../tags/tag115.xml"/><Relationship Id="rId35" Type="http://schemas.openxmlformats.org/officeDocument/2006/relationships/tags" Target="../tags/tag114.xml"/><Relationship Id="rId34" Type="http://schemas.openxmlformats.org/officeDocument/2006/relationships/tags" Target="../tags/tag113.xml"/><Relationship Id="rId33" Type="http://schemas.openxmlformats.org/officeDocument/2006/relationships/tags" Target="../tags/tag112.xml"/><Relationship Id="rId32" Type="http://schemas.openxmlformats.org/officeDocument/2006/relationships/tags" Target="../tags/tag111.xml"/><Relationship Id="rId31" Type="http://schemas.openxmlformats.org/officeDocument/2006/relationships/tags" Target="../tags/tag110.xml"/><Relationship Id="rId30" Type="http://schemas.openxmlformats.org/officeDocument/2006/relationships/tags" Target="../tags/tag109.xml"/><Relationship Id="rId3" Type="http://schemas.openxmlformats.org/officeDocument/2006/relationships/tags" Target="../tags/tag82.xml"/><Relationship Id="rId29" Type="http://schemas.openxmlformats.org/officeDocument/2006/relationships/tags" Target="../tags/tag108.xml"/><Relationship Id="rId28" Type="http://schemas.openxmlformats.org/officeDocument/2006/relationships/tags" Target="../tags/tag107.xml"/><Relationship Id="rId27" Type="http://schemas.openxmlformats.org/officeDocument/2006/relationships/tags" Target="../tags/tag106.xml"/><Relationship Id="rId26" Type="http://schemas.openxmlformats.org/officeDocument/2006/relationships/tags" Target="../tags/tag105.xml"/><Relationship Id="rId25" Type="http://schemas.openxmlformats.org/officeDocument/2006/relationships/tags" Target="../tags/tag104.xml"/><Relationship Id="rId24" Type="http://schemas.openxmlformats.org/officeDocument/2006/relationships/tags" Target="../tags/tag103.xml"/><Relationship Id="rId23" Type="http://schemas.openxmlformats.org/officeDocument/2006/relationships/tags" Target="../tags/tag102.xml"/><Relationship Id="rId22" Type="http://schemas.openxmlformats.org/officeDocument/2006/relationships/tags" Target="../tags/tag101.xml"/><Relationship Id="rId21" Type="http://schemas.openxmlformats.org/officeDocument/2006/relationships/tags" Target="../tags/tag100.xml"/><Relationship Id="rId20" Type="http://schemas.openxmlformats.org/officeDocument/2006/relationships/tags" Target="../tags/tag99.xml"/><Relationship Id="rId2" Type="http://schemas.openxmlformats.org/officeDocument/2006/relationships/image" Target="../media/image1.png"/><Relationship Id="rId19" Type="http://schemas.openxmlformats.org/officeDocument/2006/relationships/tags" Target="../tags/tag98.xml"/><Relationship Id="rId18" Type="http://schemas.openxmlformats.org/officeDocument/2006/relationships/tags" Target="../tags/tag97.xml"/><Relationship Id="rId17" Type="http://schemas.openxmlformats.org/officeDocument/2006/relationships/tags" Target="../tags/tag96.xml"/><Relationship Id="rId16" Type="http://schemas.openxmlformats.org/officeDocument/2006/relationships/tags" Target="../tags/tag95.xml"/><Relationship Id="rId15" Type="http://schemas.openxmlformats.org/officeDocument/2006/relationships/tags" Target="../tags/tag94.xml"/><Relationship Id="rId14" Type="http://schemas.openxmlformats.org/officeDocument/2006/relationships/tags" Target="../tags/tag93.xml"/><Relationship Id="rId13" Type="http://schemas.openxmlformats.org/officeDocument/2006/relationships/tags" Target="../tags/tag92.xml"/><Relationship Id="rId12" Type="http://schemas.openxmlformats.org/officeDocument/2006/relationships/tags" Target="../tags/tag91.xml"/><Relationship Id="rId11" Type="http://schemas.openxmlformats.org/officeDocument/2006/relationships/tags" Target="../tags/tag90.xml"/><Relationship Id="rId10" Type="http://schemas.openxmlformats.org/officeDocument/2006/relationships/tags" Target="../tags/tag89.xml"/><Relationship Id="rId1" Type="http://schemas.openxmlformats.org/officeDocument/2006/relationships/tags" Target="../tags/tag8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30.xml"/><Relationship Id="rId8" Type="http://schemas.openxmlformats.org/officeDocument/2006/relationships/tags" Target="../tags/tag129.xml"/><Relationship Id="rId7" Type="http://schemas.openxmlformats.org/officeDocument/2006/relationships/tags" Target="../tags/tag128.xml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141.xml"/><Relationship Id="rId2" Type="http://schemas.openxmlformats.org/officeDocument/2006/relationships/tags" Target="../tags/tag123.xml"/><Relationship Id="rId19" Type="http://schemas.openxmlformats.org/officeDocument/2006/relationships/tags" Target="../tags/tag140.xml"/><Relationship Id="rId18" Type="http://schemas.openxmlformats.org/officeDocument/2006/relationships/tags" Target="../tags/tag139.xml"/><Relationship Id="rId17" Type="http://schemas.openxmlformats.org/officeDocument/2006/relationships/tags" Target="../tags/tag138.xml"/><Relationship Id="rId16" Type="http://schemas.openxmlformats.org/officeDocument/2006/relationships/tags" Target="../tags/tag137.xml"/><Relationship Id="rId15" Type="http://schemas.openxmlformats.org/officeDocument/2006/relationships/tags" Target="../tags/tag136.xml"/><Relationship Id="rId14" Type="http://schemas.openxmlformats.org/officeDocument/2006/relationships/tags" Target="../tags/tag135.xml"/><Relationship Id="rId13" Type="http://schemas.openxmlformats.org/officeDocument/2006/relationships/tags" Target="../tags/tag134.xml"/><Relationship Id="rId12" Type="http://schemas.openxmlformats.org/officeDocument/2006/relationships/tags" Target="../tags/tag133.xml"/><Relationship Id="rId11" Type="http://schemas.openxmlformats.org/officeDocument/2006/relationships/tags" Target="../tags/tag132.xml"/><Relationship Id="rId10" Type="http://schemas.openxmlformats.org/officeDocument/2006/relationships/tags" Target="../tags/tag131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49.xml"/><Relationship Id="rId8" Type="http://schemas.openxmlformats.org/officeDocument/2006/relationships/tags" Target="../tags/tag148.xml"/><Relationship Id="rId7" Type="http://schemas.openxmlformats.org/officeDocument/2006/relationships/tags" Target="../tags/tag147.xml"/><Relationship Id="rId6" Type="http://schemas.openxmlformats.org/officeDocument/2006/relationships/tags" Target="../tags/tag146.xml"/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12.png"/><Relationship Id="rId17" Type="http://schemas.openxmlformats.org/officeDocument/2006/relationships/image" Target="../media/image11.png"/><Relationship Id="rId16" Type="http://schemas.openxmlformats.org/officeDocument/2006/relationships/image" Target="../media/image10.png"/><Relationship Id="rId15" Type="http://schemas.openxmlformats.org/officeDocument/2006/relationships/image" Target="../media/image9.png"/><Relationship Id="rId14" Type="http://schemas.openxmlformats.org/officeDocument/2006/relationships/image" Target="../media/image8.png"/><Relationship Id="rId13" Type="http://schemas.openxmlformats.org/officeDocument/2006/relationships/tags" Target="../tags/tag153.xml"/><Relationship Id="rId12" Type="http://schemas.openxmlformats.org/officeDocument/2006/relationships/tags" Target="../tags/tag152.xml"/><Relationship Id="rId11" Type="http://schemas.openxmlformats.org/officeDocument/2006/relationships/tags" Target="../tags/tag151.xml"/><Relationship Id="rId10" Type="http://schemas.openxmlformats.org/officeDocument/2006/relationships/tags" Target="../tags/tag150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61.xml"/><Relationship Id="rId8" Type="http://schemas.openxmlformats.org/officeDocument/2006/relationships/tags" Target="../tags/tag160.xml"/><Relationship Id="rId7" Type="http://schemas.openxmlformats.org/officeDocument/2006/relationships/tags" Target="../tags/tag159.xml"/><Relationship Id="rId6" Type="http://schemas.openxmlformats.org/officeDocument/2006/relationships/tags" Target="../tags/tag158.xml"/><Relationship Id="rId5" Type="http://schemas.openxmlformats.org/officeDocument/2006/relationships/tags" Target="../tags/tag157.xml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18.png"/><Relationship Id="rId15" Type="http://schemas.openxmlformats.org/officeDocument/2006/relationships/image" Target="../media/image17.png"/><Relationship Id="rId14" Type="http://schemas.openxmlformats.org/officeDocument/2006/relationships/image" Target="../media/image16.png"/><Relationship Id="rId13" Type="http://schemas.openxmlformats.org/officeDocument/2006/relationships/image" Target="../media/image15.png"/><Relationship Id="rId12" Type="http://schemas.openxmlformats.org/officeDocument/2006/relationships/image" Target="../media/image14.png"/><Relationship Id="rId11" Type="http://schemas.openxmlformats.org/officeDocument/2006/relationships/image" Target="../media/image13.png"/><Relationship Id="rId10" Type="http://schemas.openxmlformats.org/officeDocument/2006/relationships/tags" Target="../tags/tag16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tags" Target="../tags/tag163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tags" Target="../tags/tag164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tags" Target="../tags/tag165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9.emf"/><Relationship Id="rId4" Type="http://schemas.openxmlformats.org/officeDocument/2006/relationships/image" Target="../media/image28.emf"/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E:\006包图网\素材\023商务背景\60215ca3e2131.png60215ca3e213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screen"/>
          <a:srcRect l="5535" r="5535"/>
          <a:stretch>
            <a:fillRect/>
          </a:stretch>
        </p:blipFill>
        <p:spPr>
          <a:xfrm>
            <a:off x="0" y="1905"/>
            <a:ext cx="12192000" cy="6856095"/>
          </a:xfrm>
          <a:prstGeom prst="rect">
            <a:avLst/>
          </a:prstGeom>
        </p:spPr>
      </p:pic>
      <p:pic>
        <p:nvPicPr>
          <p:cNvPr id="4" name="图片 3" descr="60215cad3e2131"/>
          <p:cNvPicPr>
            <a:picLocks noChangeAspect="1"/>
          </p:cNvPicPr>
          <p:nvPr/>
        </p:nvPicPr>
        <p:blipFill>
          <a:blip r:embed="rId3" cstate="screen"/>
          <a:srcRect/>
          <a:stretch>
            <a:fillRect/>
          </a:stretch>
        </p:blipFill>
        <p:spPr>
          <a:xfrm>
            <a:off x="9638030" y="5452110"/>
            <a:ext cx="2614295" cy="685165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1796874" y="1223107"/>
            <a:ext cx="8923655" cy="2413000"/>
            <a:chOff x="2864443" y="1250285"/>
            <a:chExt cx="8923655" cy="2413000"/>
          </a:xfrm>
        </p:grpSpPr>
        <p:sp>
          <p:nvSpPr>
            <p:cNvPr id="14" name="文本框 13"/>
            <p:cNvSpPr txBox="1"/>
            <p:nvPr>
              <p:custDataLst>
                <p:tags r:id="rId4"/>
              </p:custDataLst>
            </p:nvPr>
          </p:nvSpPr>
          <p:spPr>
            <a:xfrm>
              <a:off x="2864443" y="1250285"/>
              <a:ext cx="8923655" cy="117221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p:spPr>
          <p:txBody>
            <a:bodyPr wrap="square" numCol="1">
              <a:prstTxWarp prst="textPlain">
                <a:avLst>
                  <a:gd name="adj" fmla="val 48644"/>
                </a:avLst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6600" b="0" u="none" strike="noStrike" kern="1200" cap="none" spc="0" normalizeH="0" baseline="0" noProof="0" dirty="0">
                  <a:solidFill>
                    <a:schemeClr val="bg1"/>
                  </a:solidFill>
                  <a:effectLst>
                    <a:reflection blurRad="6350" stA="53000" endA="300" endPos="35500" dir="5400000" sy="-90000" algn="bl" rotWithShape="0"/>
                  </a:effectLst>
                  <a:uLnTx/>
                  <a:uFillTx/>
                  <a:cs typeface="+mn-ea"/>
                  <a:sym typeface="+mn-lt"/>
                </a:rPr>
                <a:t>深度学习目标检测项目</a:t>
              </a:r>
              <a:endParaRPr kumimoji="0" lang="zh-CN" altLang="en-US" sz="6600" b="0" u="none" strike="noStrike" kern="1200" cap="none" spc="0" normalizeH="0" baseline="0" noProof="0" dirty="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5"/>
              </p:custDataLst>
            </p:nvPr>
          </p:nvSpPr>
          <p:spPr>
            <a:xfrm>
              <a:off x="5920698" y="2972405"/>
              <a:ext cx="2927985" cy="69088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schemeClr val="accent1">
                  <a:lumMod val="75000"/>
                  <a:alpha val="40000"/>
                </a:schemeClr>
              </a:outerShdw>
            </a:effectLst>
          </p:spPr>
          <p:txBody>
            <a:bodyPr wrap="square" numCol="1">
              <a:prstTxWarp prst="textPlain">
                <a:avLst>
                  <a:gd name="adj" fmla="val 48644"/>
                </a:avLst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0" u="none" strike="noStrike" kern="1200" cap="none" spc="0" normalizeH="0" baseline="0" noProof="0" dirty="0">
                  <a:ln>
                    <a:noFill/>
                  </a:ln>
                  <a:gradFill flip="none" rotWithShape="1">
                    <a:gsLst>
                      <a:gs pos="0">
                        <a:prstClr val="white"/>
                      </a:gs>
                      <a:gs pos="100000">
                        <a:srgbClr val="CDCDFF"/>
                      </a:gs>
                    </a:gsLst>
                    <a:lin ang="0" scaled="1"/>
                    <a:tileRect/>
                  </a:gradFill>
                  <a:effectLst/>
                  <a:uLnTx/>
                  <a:uFillTx/>
                  <a:cs typeface="+mn-ea"/>
                  <a:sym typeface="+mn-lt"/>
                </a:rPr>
                <a:t>验收展示</a:t>
              </a:r>
              <a:endParaRPr kumimoji="0" lang="zh-CN" altLang="en-US" sz="3200" b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prstClr val="white"/>
                    </a:gs>
                    <a:gs pos="100000">
                      <a:srgbClr val="CDCDFF"/>
                    </a:gs>
                  </a:gsLst>
                  <a:lin ang="0" scaled="1"/>
                  <a:tileRect/>
                </a:gra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2580640" y="4498975"/>
            <a:ext cx="6976745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50800" dist="38100" dir="5400000" algn="t" rotWithShape="0">
                    <a:srgbClr val="00B0F0">
                      <a:lumMod val="75000"/>
                      <a:alpha val="40000"/>
                    </a:srgbClr>
                  </a:outerShdw>
                </a:effectLst>
                <a:uLnTx/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lt"/>
              </a:rPr>
              <a:t>武汉大学计算机学院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20000"/>
                  <a:lumOff val="80000"/>
                </a:schemeClr>
              </a:solidFill>
              <a:effectLst>
                <a:outerShdw blurRad="50800" dist="38100" dir="5400000" algn="t" rotWithShape="0">
                  <a:srgbClr val="00B0F0">
                    <a:lumMod val="75000"/>
                    <a:alpha val="40000"/>
                  </a:srgbClr>
                </a:outerShdw>
              </a:effectLst>
              <a:uLnTx/>
              <a:uFillTx/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50800" dist="38100" dir="5400000" algn="t" rotWithShape="0">
                    <a:srgbClr val="00B0F0">
                      <a:lumMod val="75000"/>
                      <a:alpha val="40000"/>
                    </a:srgbClr>
                  </a:outerShdw>
                </a:effectLst>
                <a:uLnTx/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lt"/>
              </a:rPr>
              <a:t>2024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50800" dist="38100" dir="5400000" algn="t" rotWithShape="0">
                    <a:srgbClr val="00B0F0">
                      <a:lumMod val="75000"/>
                      <a:alpha val="40000"/>
                    </a:srgbClr>
                  </a:outerShdw>
                </a:effectLst>
                <a:uLnTx/>
                <a:uFillTx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lt"/>
              </a:rPr>
              <a:t>年中级实训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20000"/>
                  <a:lumOff val="80000"/>
                </a:schemeClr>
              </a:solidFill>
              <a:effectLst>
                <a:outerShdw blurRad="50800" dist="38100" dir="5400000" algn="t" rotWithShape="0">
                  <a:srgbClr val="00B0F0">
                    <a:lumMod val="75000"/>
                    <a:alpha val="40000"/>
                  </a:srgbClr>
                </a:outerShdw>
              </a:effectLst>
              <a:uLnTx/>
              <a:uFillTx/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lt"/>
            </a:endParaRPr>
          </a:p>
        </p:txBody>
      </p:sp>
      <p:sp>
        <p:nvSpPr>
          <p:cNvPr id="18" name="弧形 17"/>
          <p:cNvSpPr/>
          <p:nvPr>
            <p:custDataLst>
              <p:tags r:id="rId6"/>
            </p:custDataLst>
          </p:nvPr>
        </p:nvSpPr>
        <p:spPr>
          <a:xfrm rot="19800000">
            <a:off x="4017010" y="1780540"/>
            <a:ext cx="4863465" cy="1610360"/>
          </a:xfrm>
          <a:prstGeom prst="arc">
            <a:avLst>
              <a:gd name="adj1" fmla="val 20165324"/>
              <a:gd name="adj2" fmla="val 12368355"/>
            </a:avLst>
          </a:prstGeom>
          <a:ln w="15875">
            <a:gradFill>
              <a:gsLst>
                <a:gs pos="0">
                  <a:srgbClr val="022ACD">
                    <a:alpha val="0"/>
                  </a:srgbClr>
                </a:gs>
                <a:gs pos="100000">
                  <a:srgbClr val="25E4FB"/>
                </a:gs>
              </a:gsLst>
              <a:lin ang="5400000" scaled="1"/>
            </a:gradFill>
          </a:ln>
          <a:effectLst>
            <a:outerShdw blurRad="50800" dist="50800" dir="2700000" algn="tl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20" name="直接连接符 29"/>
          <p:cNvCxnSpPr/>
          <p:nvPr/>
        </p:nvCxnSpPr>
        <p:spPr>
          <a:xfrm>
            <a:off x="2410833" y="3131016"/>
            <a:ext cx="1227870" cy="0"/>
          </a:xfrm>
          <a:prstGeom prst="line">
            <a:avLst/>
          </a:prstGeom>
          <a:ln w="9525">
            <a:gradFill>
              <a:gsLst>
                <a:gs pos="100000">
                  <a:srgbClr val="CDCDFF"/>
                </a:gs>
                <a:gs pos="0">
                  <a:srgbClr val="022ACD">
                    <a:alpha val="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9"/>
          <p:cNvCxnSpPr/>
          <p:nvPr/>
        </p:nvCxnSpPr>
        <p:spPr>
          <a:xfrm>
            <a:off x="1796898" y="2945059"/>
            <a:ext cx="1227870" cy="0"/>
          </a:xfrm>
          <a:prstGeom prst="line">
            <a:avLst/>
          </a:prstGeom>
          <a:ln w="9525">
            <a:gradFill>
              <a:gsLst>
                <a:gs pos="100000">
                  <a:srgbClr val="CDCDFF"/>
                </a:gs>
                <a:gs pos="0">
                  <a:srgbClr val="022ACD">
                    <a:alpha val="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9"/>
          <p:cNvCxnSpPr/>
          <p:nvPr/>
        </p:nvCxnSpPr>
        <p:spPr>
          <a:xfrm>
            <a:off x="1796898" y="3303341"/>
            <a:ext cx="1227870" cy="0"/>
          </a:xfrm>
          <a:prstGeom prst="line">
            <a:avLst/>
          </a:prstGeom>
          <a:ln w="9525">
            <a:gradFill>
              <a:gsLst>
                <a:gs pos="100000">
                  <a:srgbClr val="CDCDFF"/>
                </a:gs>
                <a:gs pos="0">
                  <a:srgbClr val="022ACD">
                    <a:alpha val="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图形"/>
          <p:cNvGrpSpPr/>
          <p:nvPr/>
        </p:nvGrpSpPr>
        <p:grpSpPr>
          <a:xfrm>
            <a:off x="715010" y="6226810"/>
            <a:ext cx="10788650" cy="79375"/>
            <a:chOff x="1750" y="9475"/>
            <a:chExt cx="15996" cy="120"/>
          </a:xfrm>
        </p:grpSpPr>
        <p:sp>
          <p:nvSpPr>
            <p:cNvPr id="67" name="图形"/>
            <p:cNvSpPr/>
            <p:nvPr>
              <p:custDataLst>
                <p:tags r:id="rId7"/>
              </p:custDataLst>
            </p:nvPr>
          </p:nvSpPr>
          <p:spPr>
            <a:xfrm flipH="1">
              <a:off x="5719" y="9475"/>
              <a:ext cx="120" cy="120"/>
            </a:xfrm>
            <a:prstGeom prst="rect">
              <a:avLst/>
            </a:prstGeom>
            <a:noFill/>
            <a:ln w="12700">
              <a:gradFill>
                <a:gsLst>
                  <a:gs pos="0">
                    <a:schemeClr val="bg1"/>
                  </a:gs>
                  <a:gs pos="100000">
                    <a:srgbClr val="CDCDFF"/>
                  </a:gs>
                </a:gsLst>
                <a:lin ang="2700000" scaled="1"/>
              </a:gra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68" name="图形"/>
            <p:cNvSpPr/>
            <p:nvPr>
              <p:custDataLst>
                <p:tags r:id="rId8"/>
              </p:custDataLst>
            </p:nvPr>
          </p:nvSpPr>
          <p:spPr>
            <a:xfrm flipH="1">
              <a:off x="7042" y="9475"/>
              <a:ext cx="120" cy="120"/>
            </a:xfrm>
            <a:prstGeom prst="rect">
              <a:avLst/>
            </a:prstGeom>
            <a:noFill/>
            <a:ln w="12700">
              <a:gradFill>
                <a:gsLst>
                  <a:gs pos="0">
                    <a:schemeClr val="bg1"/>
                  </a:gs>
                  <a:gs pos="100000">
                    <a:srgbClr val="CDCDFF"/>
                  </a:gs>
                </a:gsLst>
                <a:lin ang="2700000" scaled="1"/>
              </a:gra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69" name="图形"/>
            <p:cNvSpPr/>
            <p:nvPr>
              <p:custDataLst>
                <p:tags r:id="rId9"/>
              </p:custDataLst>
            </p:nvPr>
          </p:nvSpPr>
          <p:spPr>
            <a:xfrm flipH="1">
              <a:off x="8365" y="9475"/>
              <a:ext cx="120" cy="120"/>
            </a:xfrm>
            <a:prstGeom prst="rect">
              <a:avLst/>
            </a:prstGeom>
            <a:noFill/>
            <a:ln w="12700">
              <a:gradFill>
                <a:gsLst>
                  <a:gs pos="0">
                    <a:schemeClr val="bg1"/>
                  </a:gs>
                  <a:gs pos="100000">
                    <a:srgbClr val="CDCDFF"/>
                  </a:gs>
                </a:gsLst>
                <a:lin ang="2700000" scaled="1"/>
              </a:gra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0" name="图形"/>
            <p:cNvSpPr/>
            <p:nvPr>
              <p:custDataLst>
                <p:tags r:id="rId10"/>
              </p:custDataLst>
            </p:nvPr>
          </p:nvSpPr>
          <p:spPr>
            <a:xfrm flipH="1">
              <a:off x="9688" y="9475"/>
              <a:ext cx="120" cy="120"/>
            </a:xfrm>
            <a:prstGeom prst="rect">
              <a:avLst/>
            </a:prstGeom>
            <a:noFill/>
            <a:ln w="12700">
              <a:gradFill>
                <a:gsLst>
                  <a:gs pos="0">
                    <a:schemeClr val="bg1"/>
                  </a:gs>
                  <a:gs pos="100000">
                    <a:srgbClr val="CDCDFF"/>
                  </a:gs>
                </a:gsLst>
                <a:lin ang="2700000" scaled="1"/>
              </a:gra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1" name="图形"/>
            <p:cNvSpPr/>
            <p:nvPr>
              <p:custDataLst>
                <p:tags r:id="rId11"/>
              </p:custDataLst>
            </p:nvPr>
          </p:nvSpPr>
          <p:spPr>
            <a:xfrm flipH="1">
              <a:off x="11011" y="9475"/>
              <a:ext cx="120" cy="120"/>
            </a:xfrm>
            <a:prstGeom prst="rect">
              <a:avLst/>
            </a:prstGeom>
            <a:noFill/>
            <a:ln w="12700">
              <a:gradFill>
                <a:gsLst>
                  <a:gs pos="0">
                    <a:schemeClr val="bg1"/>
                  </a:gs>
                  <a:gs pos="100000">
                    <a:srgbClr val="CDCDFF"/>
                  </a:gs>
                </a:gsLst>
                <a:lin ang="2700000" scaled="1"/>
              </a:gra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2" name="图形"/>
            <p:cNvSpPr/>
            <p:nvPr>
              <p:custDataLst>
                <p:tags r:id="rId12"/>
              </p:custDataLst>
            </p:nvPr>
          </p:nvSpPr>
          <p:spPr>
            <a:xfrm flipH="1">
              <a:off x="12334" y="9475"/>
              <a:ext cx="120" cy="120"/>
            </a:xfrm>
            <a:prstGeom prst="rect">
              <a:avLst/>
            </a:prstGeom>
            <a:noFill/>
            <a:ln w="12700">
              <a:gradFill>
                <a:gsLst>
                  <a:gs pos="0">
                    <a:schemeClr val="bg1"/>
                  </a:gs>
                  <a:gs pos="100000">
                    <a:srgbClr val="CDCDFF"/>
                  </a:gs>
                </a:gsLst>
                <a:lin ang="2700000" scaled="1"/>
              </a:gra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3" name="图形"/>
            <p:cNvSpPr/>
            <p:nvPr>
              <p:custDataLst>
                <p:tags r:id="rId13"/>
              </p:custDataLst>
            </p:nvPr>
          </p:nvSpPr>
          <p:spPr>
            <a:xfrm flipH="1">
              <a:off x="13657" y="9475"/>
              <a:ext cx="120" cy="120"/>
            </a:xfrm>
            <a:prstGeom prst="rect">
              <a:avLst/>
            </a:prstGeom>
            <a:noFill/>
            <a:ln w="12700">
              <a:gradFill>
                <a:gsLst>
                  <a:gs pos="0">
                    <a:schemeClr val="bg1"/>
                  </a:gs>
                  <a:gs pos="100000">
                    <a:srgbClr val="CDCDFF"/>
                  </a:gs>
                </a:gsLst>
                <a:lin ang="2700000" scaled="1"/>
              </a:gra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4" name="图形"/>
            <p:cNvSpPr/>
            <p:nvPr>
              <p:custDataLst>
                <p:tags r:id="rId14"/>
              </p:custDataLst>
            </p:nvPr>
          </p:nvSpPr>
          <p:spPr>
            <a:xfrm flipH="1">
              <a:off x="14980" y="9475"/>
              <a:ext cx="120" cy="120"/>
            </a:xfrm>
            <a:prstGeom prst="rect">
              <a:avLst/>
            </a:prstGeom>
            <a:noFill/>
            <a:ln w="12700">
              <a:gradFill>
                <a:gsLst>
                  <a:gs pos="0">
                    <a:schemeClr val="bg1"/>
                  </a:gs>
                  <a:gs pos="100000">
                    <a:srgbClr val="CDCDFF"/>
                  </a:gs>
                </a:gsLst>
                <a:lin ang="2700000" scaled="1"/>
              </a:gra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5" name="图形"/>
            <p:cNvSpPr/>
            <p:nvPr>
              <p:custDataLst>
                <p:tags r:id="rId15"/>
              </p:custDataLst>
            </p:nvPr>
          </p:nvSpPr>
          <p:spPr>
            <a:xfrm flipH="1">
              <a:off x="16303" y="9475"/>
              <a:ext cx="120" cy="120"/>
            </a:xfrm>
            <a:prstGeom prst="rect">
              <a:avLst/>
            </a:prstGeom>
            <a:noFill/>
            <a:ln w="12700">
              <a:gradFill>
                <a:gsLst>
                  <a:gs pos="0">
                    <a:schemeClr val="bg1"/>
                  </a:gs>
                  <a:gs pos="100000">
                    <a:srgbClr val="CDCDFF"/>
                  </a:gs>
                </a:gsLst>
                <a:lin ang="2700000" scaled="1"/>
              </a:gra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6" name="图形"/>
            <p:cNvSpPr/>
            <p:nvPr>
              <p:custDataLst>
                <p:tags r:id="rId16"/>
              </p:custDataLst>
            </p:nvPr>
          </p:nvSpPr>
          <p:spPr>
            <a:xfrm flipH="1">
              <a:off x="17626" y="9475"/>
              <a:ext cx="120" cy="120"/>
            </a:xfrm>
            <a:prstGeom prst="rect">
              <a:avLst/>
            </a:prstGeom>
            <a:noFill/>
            <a:ln w="12700">
              <a:gradFill>
                <a:gsLst>
                  <a:gs pos="0">
                    <a:schemeClr val="bg1"/>
                  </a:gs>
                  <a:gs pos="100000">
                    <a:srgbClr val="CDCDFF"/>
                  </a:gs>
                </a:gsLst>
                <a:lin ang="2700000" scaled="1"/>
              </a:gra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7" name="图形"/>
            <p:cNvSpPr/>
            <p:nvPr>
              <p:custDataLst>
                <p:tags r:id="rId17"/>
              </p:custDataLst>
            </p:nvPr>
          </p:nvSpPr>
          <p:spPr>
            <a:xfrm flipH="1">
              <a:off x="1750" y="9475"/>
              <a:ext cx="120" cy="120"/>
            </a:xfrm>
            <a:prstGeom prst="rect">
              <a:avLst/>
            </a:prstGeom>
            <a:noFill/>
            <a:ln w="12700">
              <a:gradFill>
                <a:gsLst>
                  <a:gs pos="0">
                    <a:schemeClr val="bg1"/>
                  </a:gs>
                  <a:gs pos="100000">
                    <a:srgbClr val="CDCDFF"/>
                  </a:gs>
                </a:gsLst>
                <a:lin ang="2700000" scaled="1"/>
              </a:gra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8" name="图形"/>
            <p:cNvSpPr/>
            <p:nvPr>
              <p:custDataLst>
                <p:tags r:id="rId18"/>
              </p:custDataLst>
            </p:nvPr>
          </p:nvSpPr>
          <p:spPr>
            <a:xfrm flipH="1">
              <a:off x="3073" y="9475"/>
              <a:ext cx="120" cy="120"/>
            </a:xfrm>
            <a:prstGeom prst="rect">
              <a:avLst/>
            </a:prstGeom>
            <a:noFill/>
            <a:ln w="12700">
              <a:gradFill>
                <a:gsLst>
                  <a:gs pos="0">
                    <a:schemeClr val="bg1"/>
                  </a:gs>
                  <a:gs pos="100000">
                    <a:srgbClr val="CDCDFF"/>
                  </a:gs>
                </a:gsLst>
                <a:lin ang="2700000" scaled="1"/>
              </a:gra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9" name="图形"/>
            <p:cNvSpPr/>
            <p:nvPr>
              <p:custDataLst>
                <p:tags r:id="rId19"/>
              </p:custDataLst>
            </p:nvPr>
          </p:nvSpPr>
          <p:spPr>
            <a:xfrm flipH="1">
              <a:off x="4396" y="9475"/>
              <a:ext cx="120" cy="120"/>
            </a:xfrm>
            <a:prstGeom prst="rect">
              <a:avLst/>
            </a:prstGeom>
            <a:noFill/>
            <a:ln w="12700">
              <a:gradFill>
                <a:gsLst>
                  <a:gs pos="0">
                    <a:schemeClr val="bg1"/>
                  </a:gs>
                  <a:gs pos="100000">
                    <a:srgbClr val="CDCDFF"/>
                  </a:gs>
                </a:gsLst>
                <a:lin ang="2700000" scaled="1"/>
              </a:gra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pic>
        <p:nvPicPr>
          <p:cNvPr id="19" name="图片 18" descr="60215cad3e2131"/>
          <p:cNvPicPr>
            <a:picLocks noChangeAspect="1"/>
          </p:cNvPicPr>
          <p:nvPr/>
        </p:nvPicPr>
        <p:blipFill>
          <a:blip r:embed="rId20" cstate="screen"/>
          <a:srcRect/>
          <a:stretch>
            <a:fillRect/>
          </a:stretch>
        </p:blipFill>
        <p:spPr>
          <a:xfrm flipH="1">
            <a:off x="-254635" y="-26035"/>
            <a:ext cx="2665730" cy="698500"/>
          </a:xfrm>
          <a:prstGeom prst="rect">
            <a:avLst/>
          </a:prstGeom>
        </p:spPr>
      </p:pic>
      <p:grpSp>
        <p:nvGrpSpPr>
          <p:cNvPr id="21" name="组合 20"/>
          <p:cNvGrpSpPr/>
          <p:nvPr/>
        </p:nvGrpSpPr>
        <p:grpSpPr>
          <a:xfrm flipH="1">
            <a:off x="10600055" y="448945"/>
            <a:ext cx="1290955" cy="521970"/>
            <a:chOff x="570" y="782"/>
            <a:chExt cx="2033" cy="822"/>
          </a:xfrm>
        </p:grpSpPr>
        <p:sp>
          <p:nvSpPr>
            <p:cNvPr id="44" name="图形"/>
            <p:cNvSpPr/>
            <p:nvPr>
              <p:custDataLst>
                <p:tags r:id="rId21"/>
              </p:custDataLst>
            </p:nvPr>
          </p:nvSpPr>
          <p:spPr>
            <a:xfrm rot="2460000">
              <a:off x="672" y="843"/>
              <a:ext cx="614" cy="614"/>
            </a:xfrm>
            <a:prstGeom prst="ellipse">
              <a:avLst/>
            </a:prstGeom>
            <a:gradFill>
              <a:gsLst>
                <a:gs pos="10000">
                  <a:srgbClr val="CDCDFF"/>
                </a:gs>
                <a:gs pos="100000">
                  <a:srgbClr val="0048D2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图形"/>
            <p:cNvSpPr txBox="1"/>
            <p:nvPr>
              <p:custDataLst>
                <p:tags r:id="rId22"/>
              </p:custDataLst>
            </p:nvPr>
          </p:nvSpPr>
          <p:spPr>
            <a:xfrm>
              <a:off x="570" y="782"/>
              <a:ext cx="2033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sz="2800">
                  <a:solidFill>
                    <a:schemeClr val="bg1"/>
                  </a:solidFill>
                  <a:cs typeface="+mn-ea"/>
                  <a:sym typeface="+mn-lt"/>
                </a:rPr>
                <a:t> </a:t>
              </a:r>
              <a:endParaRPr lang="en-US" altLang="zh-CN" sz="28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689610" y="2397125"/>
            <a:ext cx="514350" cy="1783715"/>
            <a:chOff x="1086" y="3775"/>
            <a:chExt cx="810" cy="2809"/>
          </a:xfrm>
        </p:grpSpPr>
        <p:sp>
          <p:nvSpPr>
            <p:cNvPr id="28" name="文本框 27"/>
            <p:cNvSpPr txBox="1"/>
            <p:nvPr/>
          </p:nvSpPr>
          <p:spPr>
            <a:xfrm>
              <a:off x="1318" y="4102"/>
              <a:ext cx="578" cy="235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endParaRPr lang="zh-CN" altLang="en-US" sz="1200" b="1">
                <a:gradFill>
                  <a:gsLst>
                    <a:gs pos="69000">
                      <a:srgbClr val="EBFFFF"/>
                    </a:gs>
                    <a:gs pos="46000">
                      <a:schemeClr val="bg1"/>
                    </a:gs>
                    <a:gs pos="100000">
                      <a:srgbClr val="71FCFE"/>
                    </a:gs>
                  </a:gsLst>
                  <a:lin ang="5400000" scaled="0"/>
                </a:gradFill>
                <a:cs typeface="+mn-ea"/>
                <a:sym typeface="+mn-lt"/>
              </a:endParaRPr>
            </a:p>
          </p:txBody>
        </p:sp>
        <p:grpSp>
          <p:nvGrpSpPr>
            <p:cNvPr id="372" name="组合 371"/>
            <p:cNvGrpSpPr/>
            <p:nvPr/>
          </p:nvGrpSpPr>
          <p:grpSpPr>
            <a:xfrm>
              <a:off x="1086" y="3775"/>
              <a:ext cx="208" cy="2809"/>
              <a:chOff x="574149" y="1145625"/>
              <a:chExt cx="235934" cy="2449068"/>
            </a:xfrm>
          </p:grpSpPr>
          <p:sp>
            <p:nvSpPr>
              <p:cNvPr id="243" name="任意多边形: 形状 242"/>
              <p:cNvSpPr/>
              <p:nvPr>
                <p:custDataLst>
                  <p:tags r:id="rId23"/>
                </p:custDataLst>
              </p:nvPr>
            </p:nvSpPr>
            <p:spPr>
              <a:xfrm>
                <a:off x="574149" y="2352157"/>
                <a:ext cx="235934" cy="36004"/>
              </a:xfrm>
              <a:custGeom>
                <a:avLst/>
                <a:gdLst>
                  <a:gd name="connsiteX0" fmla="*/ 0 w 235934"/>
                  <a:gd name="connsiteY0" fmla="*/ 0 h 36004"/>
                  <a:gd name="connsiteX1" fmla="*/ 235934 w 235934"/>
                  <a:gd name="connsiteY1" fmla="*/ 0 h 36004"/>
                  <a:gd name="connsiteX2" fmla="*/ 235934 w 235934"/>
                  <a:gd name="connsiteY2" fmla="*/ 36004 h 36004"/>
                  <a:gd name="connsiteX3" fmla="*/ 0 w 235934"/>
                  <a:gd name="connsiteY3" fmla="*/ 36004 h 36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5934" h="36004">
                    <a:moveTo>
                      <a:pt x="0" y="0"/>
                    </a:moveTo>
                    <a:lnTo>
                      <a:pt x="235934" y="0"/>
                    </a:lnTo>
                    <a:lnTo>
                      <a:pt x="235934" y="36004"/>
                    </a:lnTo>
                    <a:lnTo>
                      <a:pt x="0" y="36004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44" name="任意多边形: 形状 243"/>
              <p:cNvSpPr/>
              <p:nvPr>
                <p:custDataLst>
                  <p:tags r:id="rId24"/>
                </p:custDataLst>
              </p:nvPr>
            </p:nvSpPr>
            <p:spPr>
              <a:xfrm>
                <a:off x="574149" y="2265384"/>
                <a:ext cx="140779" cy="24003"/>
              </a:xfrm>
              <a:custGeom>
                <a:avLst/>
                <a:gdLst>
                  <a:gd name="connsiteX0" fmla="*/ 0 w 140779"/>
                  <a:gd name="connsiteY0" fmla="*/ 0 h 24003"/>
                  <a:gd name="connsiteX1" fmla="*/ 140780 w 140779"/>
                  <a:gd name="connsiteY1" fmla="*/ 0 h 24003"/>
                  <a:gd name="connsiteX2" fmla="*/ 140780 w 140779"/>
                  <a:gd name="connsiteY2" fmla="*/ 24003 h 24003"/>
                  <a:gd name="connsiteX3" fmla="*/ 0 w 140779"/>
                  <a:gd name="connsiteY3" fmla="*/ 24003 h 24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779" h="24003">
                    <a:moveTo>
                      <a:pt x="0" y="0"/>
                    </a:moveTo>
                    <a:lnTo>
                      <a:pt x="140780" y="0"/>
                    </a:lnTo>
                    <a:lnTo>
                      <a:pt x="140780" y="24003"/>
                    </a:lnTo>
                    <a:lnTo>
                      <a:pt x="0" y="24003"/>
                    </a:ln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45" name="任意多边形: 形状 244"/>
              <p:cNvSpPr/>
              <p:nvPr>
                <p:custDataLst>
                  <p:tags r:id="rId25"/>
                </p:custDataLst>
              </p:nvPr>
            </p:nvSpPr>
            <p:spPr>
              <a:xfrm>
                <a:off x="574149" y="2172516"/>
                <a:ext cx="140779" cy="24003"/>
              </a:xfrm>
              <a:custGeom>
                <a:avLst/>
                <a:gdLst>
                  <a:gd name="connsiteX0" fmla="*/ 0 w 140779"/>
                  <a:gd name="connsiteY0" fmla="*/ 0 h 24003"/>
                  <a:gd name="connsiteX1" fmla="*/ 140780 w 140779"/>
                  <a:gd name="connsiteY1" fmla="*/ 0 h 24003"/>
                  <a:gd name="connsiteX2" fmla="*/ 140780 w 140779"/>
                  <a:gd name="connsiteY2" fmla="*/ 24003 h 24003"/>
                  <a:gd name="connsiteX3" fmla="*/ 0 w 140779"/>
                  <a:gd name="connsiteY3" fmla="*/ 24003 h 24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779" h="24003">
                    <a:moveTo>
                      <a:pt x="0" y="0"/>
                    </a:moveTo>
                    <a:lnTo>
                      <a:pt x="140780" y="0"/>
                    </a:lnTo>
                    <a:lnTo>
                      <a:pt x="140780" y="24003"/>
                    </a:lnTo>
                    <a:lnTo>
                      <a:pt x="0" y="24003"/>
                    </a:ln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46" name="任意多边形: 形状 245"/>
              <p:cNvSpPr/>
              <p:nvPr>
                <p:custDataLst>
                  <p:tags r:id="rId26"/>
                </p:custDataLst>
              </p:nvPr>
            </p:nvSpPr>
            <p:spPr>
              <a:xfrm>
                <a:off x="574149" y="2079742"/>
                <a:ext cx="140779" cy="24003"/>
              </a:xfrm>
              <a:custGeom>
                <a:avLst/>
                <a:gdLst>
                  <a:gd name="connsiteX0" fmla="*/ 0 w 140779"/>
                  <a:gd name="connsiteY0" fmla="*/ 0 h 24003"/>
                  <a:gd name="connsiteX1" fmla="*/ 140780 w 140779"/>
                  <a:gd name="connsiteY1" fmla="*/ 0 h 24003"/>
                  <a:gd name="connsiteX2" fmla="*/ 140780 w 140779"/>
                  <a:gd name="connsiteY2" fmla="*/ 24003 h 24003"/>
                  <a:gd name="connsiteX3" fmla="*/ 0 w 140779"/>
                  <a:gd name="connsiteY3" fmla="*/ 24003 h 24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779" h="24003">
                    <a:moveTo>
                      <a:pt x="0" y="0"/>
                    </a:moveTo>
                    <a:lnTo>
                      <a:pt x="140780" y="0"/>
                    </a:lnTo>
                    <a:lnTo>
                      <a:pt x="140780" y="24003"/>
                    </a:lnTo>
                    <a:lnTo>
                      <a:pt x="0" y="24003"/>
                    </a:ln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47" name="任意多边形: 形状 246"/>
              <p:cNvSpPr/>
              <p:nvPr>
                <p:custDataLst>
                  <p:tags r:id="rId27"/>
                </p:custDataLst>
              </p:nvPr>
            </p:nvSpPr>
            <p:spPr>
              <a:xfrm>
                <a:off x="574149" y="1986969"/>
                <a:ext cx="140779" cy="24003"/>
              </a:xfrm>
              <a:custGeom>
                <a:avLst/>
                <a:gdLst>
                  <a:gd name="connsiteX0" fmla="*/ 0 w 140779"/>
                  <a:gd name="connsiteY0" fmla="*/ 0 h 24003"/>
                  <a:gd name="connsiteX1" fmla="*/ 140780 w 140779"/>
                  <a:gd name="connsiteY1" fmla="*/ 0 h 24003"/>
                  <a:gd name="connsiteX2" fmla="*/ 140780 w 140779"/>
                  <a:gd name="connsiteY2" fmla="*/ 24003 h 24003"/>
                  <a:gd name="connsiteX3" fmla="*/ 0 w 140779"/>
                  <a:gd name="connsiteY3" fmla="*/ 24003 h 24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779" h="24003">
                    <a:moveTo>
                      <a:pt x="0" y="0"/>
                    </a:moveTo>
                    <a:lnTo>
                      <a:pt x="140780" y="0"/>
                    </a:lnTo>
                    <a:lnTo>
                      <a:pt x="140780" y="24003"/>
                    </a:lnTo>
                    <a:lnTo>
                      <a:pt x="0" y="24003"/>
                    </a:ln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48" name="任意多边形: 形状 247"/>
              <p:cNvSpPr/>
              <p:nvPr>
                <p:custDataLst>
                  <p:tags r:id="rId28"/>
                </p:custDataLst>
              </p:nvPr>
            </p:nvSpPr>
            <p:spPr>
              <a:xfrm>
                <a:off x="574149" y="1894100"/>
                <a:ext cx="140779" cy="24003"/>
              </a:xfrm>
              <a:custGeom>
                <a:avLst/>
                <a:gdLst>
                  <a:gd name="connsiteX0" fmla="*/ 0 w 140779"/>
                  <a:gd name="connsiteY0" fmla="*/ 0 h 24003"/>
                  <a:gd name="connsiteX1" fmla="*/ 140780 w 140779"/>
                  <a:gd name="connsiteY1" fmla="*/ 0 h 24003"/>
                  <a:gd name="connsiteX2" fmla="*/ 140780 w 140779"/>
                  <a:gd name="connsiteY2" fmla="*/ 24003 h 24003"/>
                  <a:gd name="connsiteX3" fmla="*/ 0 w 140779"/>
                  <a:gd name="connsiteY3" fmla="*/ 24003 h 24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779" h="24003">
                    <a:moveTo>
                      <a:pt x="0" y="0"/>
                    </a:moveTo>
                    <a:lnTo>
                      <a:pt x="140780" y="0"/>
                    </a:lnTo>
                    <a:lnTo>
                      <a:pt x="140780" y="24003"/>
                    </a:lnTo>
                    <a:lnTo>
                      <a:pt x="0" y="2400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49" name="任意多边形: 形状 248"/>
              <p:cNvSpPr/>
              <p:nvPr>
                <p:custDataLst>
                  <p:tags r:id="rId29"/>
                </p:custDataLst>
              </p:nvPr>
            </p:nvSpPr>
            <p:spPr>
              <a:xfrm>
                <a:off x="574149" y="1801326"/>
                <a:ext cx="140779" cy="24003"/>
              </a:xfrm>
              <a:custGeom>
                <a:avLst/>
                <a:gdLst>
                  <a:gd name="connsiteX0" fmla="*/ 0 w 140779"/>
                  <a:gd name="connsiteY0" fmla="*/ 0 h 24003"/>
                  <a:gd name="connsiteX1" fmla="*/ 140780 w 140779"/>
                  <a:gd name="connsiteY1" fmla="*/ 0 h 24003"/>
                  <a:gd name="connsiteX2" fmla="*/ 140780 w 140779"/>
                  <a:gd name="connsiteY2" fmla="*/ 24003 h 24003"/>
                  <a:gd name="connsiteX3" fmla="*/ 0 w 140779"/>
                  <a:gd name="connsiteY3" fmla="*/ 24003 h 24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779" h="24003">
                    <a:moveTo>
                      <a:pt x="0" y="0"/>
                    </a:moveTo>
                    <a:lnTo>
                      <a:pt x="140780" y="0"/>
                    </a:lnTo>
                    <a:lnTo>
                      <a:pt x="140780" y="24003"/>
                    </a:lnTo>
                    <a:lnTo>
                      <a:pt x="0" y="24003"/>
                    </a:ln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50" name="任意多边形: 形状 249"/>
              <p:cNvSpPr/>
              <p:nvPr>
                <p:custDataLst>
                  <p:tags r:id="rId30"/>
                </p:custDataLst>
              </p:nvPr>
            </p:nvSpPr>
            <p:spPr>
              <a:xfrm>
                <a:off x="574149" y="1708458"/>
                <a:ext cx="140779" cy="24003"/>
              </a:xfrm>
              <a:custGeom>
                <a:avLst/>
                <a:gdLst>
                  <a:gd name="connsiteX0" fmla="*/ 0 w 140779"/>
                  <a:gd name="connsiteY0" fmla="*/ 0 h 24003"/>
                  <a:gd name="connsiteX1" fmla="*/ 140780 w 140779"/>
                  <a:gd name="connsiteY1" fmla="*/ 0 h 24003"/>
                  <a:gd name="connsiteX2" fmla="*/ 140780 w 140779"/>
                  <a:gd name="connsiteY2" fmla="*/ 24003 h 24003"/>
                  <a:gd name="connsiteX3" fmla="*/ 0 w 140779"/>
                  <a:gd name="connsiteY3" fmla="*/ 24003 h 24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779" h="24003">
                    <a:moveTo>
                      <a:pt x="0" y="0"/>
                    </a:moveTo>
                    <a:lnTo>
                      <a:pt x="140780" y="0"/>
                    </a:lnTo>
                    <a:lnTo>
                      <a:pt x="140780" y="24003"/>
                    </a:lnTo>
                    <a:lnTo>
                      <a:pt x="0" y="24003"/>
                    </a:ln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51" name="任意多边形: 形状 250"/>
              <p:cNvSpPr/>
              <p:nvPr>
                <p:custDataLst>
                  <p:tags r:id="rId31"/>
                </p:custDataLst>
              </p:nvPr>
            </p:nvSpPr>
            <p:spPr>
              <a:xfrm>
                <a:off x="574149" y="1615684"/>
                <a:ext cx="140779" cy="24002"/>
              </a:xfrm>
              <a:custGeom>
                <a:avLst/>
                <a:gdLst>
                  <a:gd name="connsiteX0" fmla="*/ 0 w 140779"/>
                  <a:gd name="connsiteY0" fmla="*/ 0 h 24002"/>
                  <a:gd name="connsiteX1" fmla="*/ 140780 w 140779"/>
                  <a:gd name="connsiteY1" fmla="*/ 0 h 24002"/>
                  <a:gd name="connsiteX2" fmla="*/ 140780 w 140779"/>
                  <a:gd name="connsiteY2" fmla="*/ 24003 h 24002"/>
                  <a:gd name="connsiteX3" fmla="*/ 0 w 140779"/>
                  <a:gd name="connsiteY3" fmla="*/ 24003 h 24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779" h="24002">
                    <a:moveTo>
                      <a:pt x="0" y="0"/>
                    </a:moveTo>
                    <a:lnTo>
                      <a:pt x="140780" y="0"/>
                    </a:lnTo>
                    <a:lnTo>
                      <a:pt x="140780" y="24003"/>
                    </a:lnTo>
                    <a:lnTo>
                      <a:pt x="0" y="24003"/>
                    </a:ln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52" name="任意多边形: 形状 251"/>
              <p:cNvSpPr/>
              <p:nvPr>
                <p:custDataLst>
                  <p:tags r:id="rId32"/>
                </p:custDataLst>
              </p:nvPr>
            </p:nvSpPr>
            <p:spPr>
              <a:xfrm>
                <a:off x="574149" y="1522911"/>
                <a:ext cx="140779" cy="24002"/>
              </a:xfrm>
              <a:custGeom>
                <a:avLst/>
                <a:gdLst>
                  <a:gd name="connsiteX0" fmla="*/ 0 w 140779"/>
                  <a:gd name="connsiteY0" fmla="*/ 0 h 24002"/>
                  <a:gd name="connsiteX1" fmla="*/ 140780 w 140779"/>
                  <a:gd name="connsiteY1" fmla="*/ 0 h 24002"/>
                  <a:gd name="connsiteX2" fmla="*/ 140780 w 140779"/>
                  <a:gd name="connsiteY2" fmla="*/ 24003 h 24002"/>
                  <a:gd name="connsiteX3" fmla="*/ 0 w 140779"/>
                  <a:gd name="connsiteY3" fmla="*/ 24003 h 24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779" h="24002">
                    <a:moveTo>
                      <a:pt x="0" y="0"/>
                    </a:moveTo>
                    <a:lnTo>
                      <a:pt x="140780" y="0"/>
                    </a:lnTo>
                    <a:lnTo>
                      <a:pt x="140780" y="24003"/>
                    </a:lnTo>
                    <a:lnTo>
                      <a:pt x="0" y="24003"/>
                    </a:ln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53" name="任意多边形: 形状 252"/>
              <p:cNvSpPr/>
              <p:nvPr>
                <p:custDataLst>
                  <p:tags r:id="rId33"/>
                </p:custDataLst>
              </p:nvPr>
            </p:nvSpPr>
            <p:spPr>
              <a:xfrm>
                <a:off x="574149" y="1430042"/>
                <a:ext cx="140779" cy="24002"/>
              </a:xfrm>
              <a:custGeom>
                <a:avLst/>
                <a:gdLst>
                  <a:gd name="connsiteX0" fmla="*/ 0 w 140779"/>
                  <a:gd name="connsiteY0" fmla="*/ 0 h 24002"/>
                  <a:gd name="connsiteX1" fmla="*/ 140780 w 140779"/>
                  <a:gd name="connsiteY1" fmla="*/ 0 h 24002"/>
                  <a:gd name="connsiteX2" fmla="*/ 140780 w 140779"/>
                  <a:gd name="connsiteY2" fmla="*/ 24003 h 24002"/>
                  <a:gd name="connsiteX3" fmla="*/ 0 w 140779"/>
                  <a:gd name="connsiteY3" fmla="*/ 24003 h 24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779" h="24002">
                    <a:moveTo>
                      <a:pt x="0" y="0"/>
                    </a:moveTo>
                    <a:lnTo>
                      <a:pt x="140780" y="0"/>
                    </a:lnTo>
                    <a:lnTo>
                      <a:pt x="140780" y="24003"/>
                    </a:lnTo>
                    <a:lnTo>
                      <a:pt x="0" y="24003"/>
                    </a:ln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54" name="任意多边形: 形状 253"/>
              <p:cNvSpPr/>
              <p:nvPr>
                <p:custDataLst>
                  <p:tags r:id="rId34"/>
                </p:custDataLst>
              </p:nvPr>
            </p:nvSpPr>
            <p:spPr>
              <a:xfrm>
                <a:off x="574149" y="1337268"/>
                <a:ext cx="140779" cy="24002"/>
              </a:xfrm>
              <a:custGeom>
                <a:avLst/>
                <a:gdLst>
                  <a:gd name="connsiteX0" fmla="*/ 0 w 140779"/>
                  <a:gd name="connsiteY0" fmla="*/ 0 h 24002"/>
                  <a:gd name="connsiteX1" fmla="*/ 140780 w 140779"/>
                  <a:gd name="connsiteY1" fmla="*/ 0 h 24002"/>
                  <a:gd name="connsiteX2" fmla="*/ 140780 w 140779"/>
                  <a:gd name="connsiteY2" fmla="*/ 24003 h 24002"/>
                  <a:gd name="connsiteX3" fmla="*/ 0 w 140779"/>
                  <a:gd name="connsiteY3" fmla="*/ 24003 h 24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779" h="24002">
                    <a:moveTo>
                      <a:pt x="0" y="0"/>
                    </a:moveTo>
                    <a:lnTo>
                      <a:pt x="140780" y="0"/>
                    </a:lnTo>
                    <a:lnTo>
                      <a:pt x="140780" y="24003"/>
                    </a:lnTo>
                    <a:lnTo>
                      <a:pt x="0" y="24003"/>
                    </a:ln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55" name="任意多边形: 形状 254"/>
              <p:cNvSpPr/>
              <p:nvPr>
                <p:custDataLst>
                  <p:tags r:id="rId35"/>
                </p:custDataLst>
              </p:nvPr>
            </p:nvSpPr>
            <p:spPr>
              <a:xfrm>
                <a:off x="574149" y="1244495"/>
                <a:ext cx="140779" cy="24002"/>
              </a:xfrm>
              <a:custGeom>
                <a:avLst/>
                <a:gdLst>
                  <a:gd name="connsiteX0" fmla="*/ 0 w 140779"/>
                  <a:gd name="connsiteY0" fmla="*/ 0 h 24002"/>
                  <a:gd name="connsiteX1" fmla="*/ 140780 w 140779"/>
                  <a:gd name="connsiteY1" fmla="*/ 0 h 24002"/>
                  <a:gd name="connsiteX2" fmla="*/ 140780 w 140779"/>
                  <a:gd name="connsiteY2" fmla="*/ 24003 h 24002"/>
                  <a:gd name="connsiteX3" fmla="*/ 0 w 140779"/>
                  <a:gd name="connsiteY3" fmla="*/ 24003 h 24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779" h="24002">
                    <a:moveTo>
                      <a:pt x="0" y="0"/>
                    </a:moveTo>
                    <a:lnTo>
                      <a:pt x="140780" y="0"/>
                    </a:lnTo>
                    <a:lnTo>
                      <a:pt x="140780" y="24003"/>
                    </a:lnTo>
                    <a:lnTo>
                      <a:pt x="0" y="24003"/>
                    </a:ln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56" name="任意多边形: 形状 255"/>
              <p:cNvSpPr/>
              <p:nvPr>
                <p:custDataLst>
                  <p:tags r:id="rId36"/>
                </p:custDataLst>
              </p:nvPr>
            </p:nvSpPr>
            <p:spPr>
              <a:xfrm>
                <a:off x="574149" y="1145625"/>
                <a:ext cx="235934" cy="36004"/>
              </a:xfrm>
              <a:custGeom>
                <a:avLst/>
                <a:gdLst>
                  <a:gd name="connsiteX0" fmla="*/ 0 w 235934"/>
                  <a:gd name="connsiteY0" fmla="*/ 0 h 36004"/>
                  <a:gd name="connsiteX1" fmla="*/ 235934 w 235934"/>
                  <a:gd name="connsiteY1" fmla="*/ 0 h 36004"/>
                  <a:gd name="connsiteX2" fmla="*/ 235934 w 235934"/>
                  <a:gd name="connsiteY2" fmla="*/ 36005 h 36004"/>
                  <a:gd name="connsiteX3" fmla="*/ 0 w 235934"/>
                  <a:gd name="connsiteY3" fmla="*/ 36005 h 36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5934" h="36004">
                    <a:moveTo>
                      <a:pt x="0" y="0"/>
                    </a:moveTo>
                    <a:lnTo>
                      <a:pt x="235934" y="0"/>
                    </a:lnTo>
                    <a:lnTo>
                      <a:pt x="235934" y="36005"/>
                    </a:lnTo>
                    <a:lnTo>
                      <a:pt x="0" y="36005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57" name="任意多边形: 形状 256"/>
              <p:cNvSpPr/>
              <p:nvPr>
                <p:custDataLst>
                  <p:tags r:id="rId37"/>
                </p:custDataLst>
              </p:nvPr>
            </p:nvSpPr>
            <p:spPr>
              <a:xfrm>
                <a:off x="574149" y="2451027"/>
                <a:ext cx="140779" cy="24003"/>
              </a:xfrm>
              <a:custGeom>
                <a:avLst/>
                <a:gdLst>
                  <a:gd name="connsiteX0" fmla="*/ 0 w 140779"/>
                  <a:gd name="connsiteY0" fmla="*/ 0 h 24003"/>
                  <a:gd name="connsiteX1" fmla="*/ 140780 w 140779"/>
                  <a:gd name="connsiteY1" fmla="*/ 0 h 24003"/>
                  <a:gd name="connsiteX2" fmla="*/ 140780 w 140779"/>
                  <a:gd name="connsiteY2" fmla="*/ 24003 h 24003"/>
                  <a:gd name="connsiteX3" fmla="*/ 0 w 140779"/>
                  <a:gd name="connsiteY3" fmla="*/ 24003 h 24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779" h="24003">
                    <a:moveTo>
                      <a:pt x="0" y="0"/>
                    </a:moveTo>
                    <a:lnTo>
                      <a:pt x="140780" y="0"/>
                    </a:lnTo>
                    <a:lnTo>
                      <a:pt x="140780" y="24003"/>
                    </a:lnTo>
                    <a:lnTo>
                      <a:pt x="0" y="24003"/>
                    </a:ln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58" name="任意多边形: 形状 257"/>
              <p:cNvSpPr/>
              <p:nvPr>
                <p:custDataLst>
                  <p:tags r:id="rId38"/>
                </p:custDataLst>
              </p:nvPr>
            </p:nvSpPr>
            <p:spPr>
              <a:xfrm>
                <a:off x="574149" y="2543800"/>
                <a:ext cx="140779" cy="24003"/>
              </a:xfrm>
              <a:custGeom>
                <a:avLst/>
                <a:gdLst>
                  <a:gd name="connsiteX0" fmla="*/ 0 w 140779"/>
                  <a:gd name="connsiteY0" fmla="*/ 0 h 24003"/>
                  <a:gd name="connsiteX1" fmla="*/ 140780 w 140779"/>
                  <a:gd name="connsiteY1" fmla="*/ 0 h 24003"/>
                  <a:gd name="connsiteX2" fmla="*/ 140780 w 140779"/>
                  <a:gd name="connsiteY2" fmla="*/ 24003 h 24003"/>
                  <a:gd name="connsiteX3" fmla="*/ 0 w 140779"/>
                  <a:gd name="connsiteY3" fmla="*/ 24003 h 24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779" h="24003">
                    <a:moveTo>
                      <a:pt x="0" y="0"/>
                    </a:moveTo>
                    <a:lnTo>
                      <a:pt x="140780" y="0"/>
                    </a:lnTo>
                    <a:lnTo>
                      <a:pt x="140780" y="24003"/>
                    </a:lnTo>
                    <a:lnTo>
                      <a:pt x="0" y="24003"/>
                    </a:ln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59" name="任意多边形: 形状 258"/>
              <p:cNvSpPr/>
              <p:nvPr>
                <p:custDataLst>
                  <p:tags r:id="rId39"/>
                </p:custDataLst>
              </p:nvPr>
            </p:nvSpPr>
            <p:spPr>
              <a:xfrm>
                <a:off x="574149" y="2636574"/>
                <a:ext cx="140779" cy="24003"/>
              </a:xfrm>
              <a:custGeom>
                <a:avLst/>
                <a:gdLst>
                  <a:gd name="connsiteX0" fmla="*/ 0 w 140779"/>
                  <a:gd name="connsiteY0" fmla="*/ 0 h 24003"/>
                  <a:gd name="connsiteX1" fmla="*/ 140780 w 140779"/>
                  <a:gd name="connsiteY1" fmla="*/ 0 h 24003"/>
                  <a:gd name="connsiteX2" fmla="*/ 140780 w 140779"/>
                  <a:gd name="connsiteY2" fmla="*/ 24003 h 24003"/>
                  <a:gd name="connsiteX3" fmla="*/ 0 w 140779"/>
                  <a:gd name="connsiteY3" fmla="*/ 24003 h 24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779" h="24003">
                    <a:moveTo>
                      <a:pt x="0" y="0"/>
                    </a:moveTo>
                    <a:lnTo>
                      <a:pt x="140780" y="0"/>
                    </a:lnTo>
                    <a:lnTo>
                      <a:pt x="140780" y="24003"/>
                    </a:lnTo>
                    <a:lnTo>
                      <a:pt x="0" y="24003"/>
                    </a:ln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60" name="任意多边形: 形状 259"/>
              <p:cNvSpPr/>
              <p:nvPr>
                <p:custDataLst>
                  <p:tags r:id="rId40"/>
                </p:custDataLst>
              </p:nvPr>
            </p:nvSpPr>
            <p:spPr>
              <a:xfrm>
                <a:off x="574149" y="2729442"/>
                <a:ext cx="140779" cy="24003"/>
              </a:xfrm>
              <a:custGeom>
                <a:avLst/>
                <a:gdLst>
                  <a:gd name="connsiteX0" fmla="*/ 0 w 140779"/>
                  <a:gd name="connsiteY0" fmla="*/ 0 h 24003"/>
                  <a:gd name="connsiteX1" fmla="*/ 140780 w 140779"/>
                  <a:gd name="connsiteY1" fmla="*/ 0 h 24003"/>
                  <a:gd name="connsiteX2" fmla="*/ 140780 w 140779"/>
                  <a:gd name="connsiteY2" fmla="*/ 24003 h 24003"/>
                  <a:gd name="connsiteX3" fmla="*/ 0 w 140779"/>
                  <a:gd name="connsiteY3" fmla="*/ 24003 h 24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779" h="24003">
                    <a:moveTo>
                      <a:pt x="0" y="0"/>
                    </a:moveTo>
                    <a:lnTo>
                      <a:pt x="140780" y="0"/>
                    </a:lnTo>
                    <a:lnTo>
                      <a:pt x="140780" y="24003"/>
                    </a:lnTo>
                    <a:lnTo>
                      <a:pt x="0" y="24003"/>
                    </a:ln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61" name="任意多边形: 形状 260"/>
              <p:cNvSpPr/>
              <p:nvPr>
                <p:custDataLst>
                  <p:tags r:id="rId41"/>
                </p:custDataLst>
              </p:nvPr>
            </p:nvSpPr>
            <p:spPr>
              <a:xfrm>
                <a:off x="574149" y="2822216"/>
                <a:ext cx="140779" cy="24003"/>
              </a:xfrm>
              <a:custGeom>
                <a:avLst/>
                <a:gdLst>
                  <a:gd name="connsiteX0" fmla="*/ 0 w 140779"/>
                  <a:gd name="connsiteY0" fmla="*/ 0 h 24003"/>
                  <a:gd name="connsiteX1" fmla="*/ 140780 w 140779"/>
                  <a:gd name="connsiteY1" fmla="*/ 0 h 24003"/>
                  <a:gd name="connsiteX2" fmla="*/ 140780 w 140779"/>
                  <a:gd name="connsiteY2" fmla="*/ 24003 h 24003"/>
                  <a:gd name="connsiteX3" fmla="*/ 0 w 140779"/>
                  <a:gd name="connsiteY3" fmla="*/ 24003 h 24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779" h="24003">
                    <a:moveTo>
                      <a:pt x="0" y="0"/>
                    </a:moveTo>
                    <a:lnTo>
                      <a:pt x="140780" y="0"/>
                    </a:lnTo>
                    <a:lnTo>
                      <a:pt x="140780" y="24003"/>
                    </a:lnTo>
                    <a:lnTo>
                      <a:pt x="0" y="24003"/>
                    </a:ln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62" name="任意多边形: 形状 261"/>
              <p:cNvSpPr/>
              <p:nvPr>
                <p:custDataLst>
                  <p:tags r:id="rId42"/>
                </p:custDataLst>
              </p:nvPr>
            </p:nvSpPr>
            <p:spPr>
              <a:xfrm>
                <a:off x="574149" y="2914989"/>
                <a:ext cx="140779" cy="24002"/>
              </a:xfrm>
              <a:custGeom>
                <a:avLst/>
                <a:gdLst>
                  <a:gd name="connsiteX0" fmla="*/ 0 w 140779"/>
                  <a:gd name="connsiteY0" fmla="*/ 0 h 24002"/>
                  <a:gd name="connsiteX1" fmla="*/ 140780 w 140779"/>
                  <a:gd name="connsiteY1" fmla="*/ 0 h 24002"/>
                  <a:gd name="connsiteX2" fmla="*/ 140780 w 140779"/>
                  <a:gd name="connsiteY2" fmla="*/ 24003 h 24002"/>
                  <a:gd name="connsiteX3" fmla="*/ 0 w 140779"/>
                  <a:gd name="connsiteY3" fmla="*/ 24003 h 24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779" h="24002">
                    <a:moveTo>
                      <a:pt x="0" y="0"/>
                    </a:moveTo>
                    <a:lnTo>
                      <a:pt x="140780" y="0"/>
                    </a:lnTo>
                    <a:lnTo>
                      <a:pt x="140780" y="24003"/>
                    </a:lnTo>
                    <a:lnTo>
                      <a:pt x="0" y="24003"/>
                    </a:ln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63" name="任意多边形: 形状 262"/>
              <p:cNvSpPr/>
              <p:nvPr>
                <p:custDataLst>
                  <p:tags r:id="rId43"/>
                </p:custDataLst>
              </p:nvPr>
            </p:nvSpPr>
            <p:spPr>
              <a:xfrm>
                <a:off x="574149" y="3007858"/>
                <a:ext cx="140779" cy="24002"/>
              </a:xfrm>
              <a:custGeom>
                <a:avLst/>
                <a:gdLst>
                  <a:gd name="connsiteX0" fmla="*/ 0 w 140779"/>
                  <a:gd name="connsiteY0" fmla="*/ 0 h 24002"/>
                  <a:gd name="connsiteX1" fmla="*/ 140780 w 140779"/>
                  <a:gd name="connsiteY1" fmla="*/ 0 h 24002"/>
                  <a:gd name="connsiteX2" fmla="*/ 140780 w 140779"/>
                  <a:gd name="connsiteY2" fmla="*/ 24003 h 24002"/>
                  <a:gd name="connsiteX3" fmla="*/ 0 w 140779"/>
                  <a:gd name="connsiteY3" fmla="*/ 24003 h 24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779" h="24002">
                    <a:moveTo>
                      <a:pt x="0" y="0"/>
                    </a:moveTo>
                    <a:lnTo>
                      <a:pt x="140780" y="0"/>
                    </a:lnTo>
                    <a:lnTo>
                      <a:pt x="140780" y="24003"/>
                    </a:lnTo>
                    <a:lnTo>
                      <a:pt x="0" y="24003"/>
                    </a:ln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64" name="任意多边形: 形状 263"/>
              <p:cNvSpPr/>
              <p:nvPr>
                <p:custDataLst>
                  <p:tags r:id="rId44"/>
                </p:custDataLst>
              </p:nvPr>
            </p:nvSpPr>
            <p:spPr>
              <a:xfrm>
                <a:off x="574149" y="3100632"/>
                <a:ext cx="140779" cy="24002"/>
              </a:xfrm>
              <a:custGeom>
                <a:avLst/>
                <a:gdLst>
                  <a:gd name="connsiteX0" fmla="*/ 0 w 140779"/>
                  <a:gd name="connsiteY0" fmla="*/ 0 h 24002"/>
                  <a:gd name="connsiteX1" fmla="*/ 140780 w 140779"/>
                  <a:gd name="connsiteY1" fmla="*/ 0 h 24002"/>
                  <a:gd name="connsiteX2" fmla="*/ 140780 w 140779"/>
                  <a:gd name="connsiteY2" fmla="*/ 24003 h 24002"/>
                  <a:gd name="connsiteX3" fmla="*/ 0 w 140779"/>
                  <a:gd name="connsiteY3" fmla="*/ 24003 h 24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779" h="24002">
                    <a:moveTo>
                      <a:pt x="0" y="0"/>
                    </a:moveTo>
                    <a:lnTo>
                      <a:pt x="140780" y="0"/>
                    </a:lnTo>
                    <a:lnTo>
                      <a:pt x="140780" y="24003"/>
                    </a:lnTo>
                    <a:lnTo>
                      <a:pt x="0" y="24003"/>
                    </a:ln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65" name="任意多边形: 形状 264"/>
              <p:cNvSpPr/>
              <p:nvPr>
                <p:custDataLst>
                  <p:tags r:id="rId45"/>
                </p:custDataLst>
              </p:nvPr>
            </p:nvSpPr>
            <p:spPr>
              <a:xfrm>
                <a:off x="574149" y="3193500"/>
                <a:ext cx="140779" cy="24002"/>
              </a:xfrm>
              <a:custGeom>
                <a:avLst/>
                <a:gdLst>
                  <a:gd name="connsiteX0" fmla="*/ 0 w 140779"/>
                  <a:gd name="connsiteY0" fmla="*/ 0 h 24002"/>
                  <a:gd name="connsiteX1" fmla="*/ 140780 w 140779"/>
                  <a:gd name="connsiteY1" fmla="*/ 0 h 24002"/>
                  <a:gd name="connsiteX2" fmla="*/ 140780 w 140779"/>
                  <a:gd name="connsiteY2" fmla="*/ 24003 h 24002"/>
                  <a:gd name="connsiteX3" fmla="*/ 0 w 140779"/>
                  <a:gd name="connsiteY3" fmla="*/ 24003 h 24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779" h="24002">
                    <a:moveTo>
                      <a:pt x="0" y="0"/>
                    </a:moveTo>
                    <a:lnTo>
                      <a:pt x="140780" y="0"/>
                    </a:lnTo>
                    <a:lnTo>
                      <a:pt x="140780" y="24003"/>
                    </a:lnTo>
                    <a:lnTo>
                      <a:pt x="0" y="24003"/>
                    </a:ln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66" name="任意多边形: 形状 265"/>
              <p:cNvSpPr/>
              <p:nvPr>
                <p:custDataLst>
                  <p:tags r:id="rId46"/>
                </p:custDataLst>
              </p:nvPr>
            </p:nvSpPr>
            <p:spPr>
              <a:xfrm>
                <a:off x="574149" y="3286274"/>
                <a:ext cx="140779" cy="24002"/>
              </a:xfrm>
              <a:custGeom>
                <a:avLst/>
                <a:gdLst>
                  <a:gd name="connsiteX0" fmla="*/ 0 w 140779"/>
                  <a:gd name="connsiteY0" fmla="*/ 0 h 24002"/>
                  <a:gd name="connsiteX1" fmla="*/ 140780 w 140779"/>
                  <a:gd name="connsiteY1" fmla="*/ 0 h 24002"/>
                  <a:gd name="connsiteX2" fmla="*/ 140780 w 140779"/>
                  <a:gd name="connsiteY2" fmla="*/ 24003 h 24002"/>
                  <a:gd name="connsiteX3" fmla="*/ 0 w 140779"/>
                  <a:gd name="connsiteY3" fmla="*/ 24003 h 24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779" h="24002">
                    <a:moveTo>
                      <a:pt x="0" y="0"/>
                    </a:moveTo>
                    <a:lnTo>
                      <a:pt x="140780" y="0"/>
                    </a:lnTo>
                    <a:lnTo>
                      <a:pt x="140780" y="24003"/>
                    </a:lnTo>
                    <a:lnTo>
                      <a:pt x="0" y="24003"/>
                    </a:ln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67" name="任意多边形: 形状 266"/>
              <p:cNvSpPr/>
              <p:nvPr>
                <p:custDataLst>
                  <p:tags r:id="rId47"/>
                </p:custDataLst>
              </p:nvPr>
            </p:nvSpPr>
            <p:spPr>
              <a:xfrm>
                <a:off x="574149" y="3379047"/>
                <a:ext cx="140779" cy="24002"/>
              </a:xfrm>
              <a:custGeom>
                <a:avLst/>
                <a:gdLst>
                  <a:gd name="connsiteX0" fmla="*/ 0 w 140779"/>
                  <a:gd name="connsiteY0" fmla="*/ 0 h 24002"/>
                  <a:gd name="connsiteX1" fmla="*/ 140780 w 140779"/>
                  <a:gd name="connsiteY1" fmla="*/ 0 h 24002"/>
                  <a:gd name="connsiteX2" fmla="*/ 140780 w 140779"/>
                  <a:gd name="connsiteY2" fmla="*/ 24003 h 24002"/>
                  <a:gd name="connsiteX3" fmla="*/ 0 w 140779"/>
                  <a:gd name="connsiteY3" fmla="*/ 24003 h 24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779" h="24002">
                    <a:moveTo>
                      <a:pt x="0" y="0"/>
                    </a:moveTo>
                    <a:lnTo>
                      <a:pt x="140780" y="0"/>
                    </a:lnTo>
                    <a:lnTo>
                      <a:pt x="140780" y="24003"/>
                    </a:lnTo>
                    <a:lnTo>
                      <a:pt x="0" y="24003"/>
                    </a:ln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68" name="任意多边形: 形状 267"/>
              <p:cNvSpPr/>
              <p:nvPr>
                <p:custDataLst>
                  <p:tags r:id="rId48"/>
                </p:custDataLst>
              </p:nvPr>
            </p:nvSpPr>
            <p:spPr>
              <a:xfrm>
                <a:off x="574149" y="3471916"/>
                <a:ext cx="140779" cy="24002"/>
              </a:xfrm>
              <a:custGeom>
                <a:avLst/>
                <a:gdLst>
                  <a:gd name="connsiteX0" fmla="*/ 0 w 140779"/>
                  <a:gd name="connsiteY0" fmla="*/ 0 h 24002"/>
                  <a:gd name="connsiteX1" fmla="*/ 140780 w 140779"/>
                  <a:gd name="connsiteY1" fmla="*/ 0 h 24002"/>
                  <a:gd name="connsiteX2" fmla="*/ 140780 w 140779"/>
                  <a:gd name="connsiteY2" fmla="*/ 24003 h 24002"/>
                  <a:gd name="connsiteX3" fmla="*/ 0 w 140779"/>
                  <a:gd name="connsiteY3" fmla="*/ 24003 h 24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779" h="24002">
                    <a:moveTo>
                      <a:pt x="0" y="0"/>
                    </a:moveTo>
                    <a:lnTo>
                      <a:pt x="140780" y="0"/>
                    </a:lnTo>
                    <a:lnTo>
                      <a:pt x="140780" y="24003"/>
                    </a:lnTo>
                    <a:lnTo>
                      <a:pt x="0" y="24003"/>
                    </a:ln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69" name="任意多边形: 形状 268"/>
              <p:cNvSpPr/>
              <p:nvPr>
                <p:custDataLst>
                  <p:tags r:id="rId49"/>
                </p:custDataLst>
              </p:nvPr>
            </p:nvSpPr>
            <p:spPr>
              <a:xfrm>
                <a:off x="574149" y="3558689"/>
                <a:ext cx="235934" cy="36004"/>
              </a:xfrm>
              <a:custGeom>
                <a:avLst/>
                <a:gdLst>
                  <a:gd name="connsiteX0" fmla="*/ 0 w 235934"/>
                  <a:gd name="connsiteY0" fmla="*/ 0 h 36004"/>
                  <a:gd name="connsiteX1" fmla="*/ 235934 w 235934"/>
                  <a:gd name="connsiteY1" fmla="*/ 0 h 36004"/>
                  <a:gd name="connsiteX2" fmla="*/ 235934 w 235934"/>
                  <a:gd name="connsiteY2" fmla="*/ 36004 h 36004"/>
                  <a:gd name="connsiteX3" fmla="*/ 0 w 235934"/>
                  <a:gd name="connsiteY3" fmla="*/ 36004 h 36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5934" h="36004">
                    <a:moveTo>
                      <a:pt x="0" y="0"/>
                    </a:moveTo>
                    <a:lnTo>
                      <a:pt x="235934" y="0"/>
                    </a:lnTo>
                    <a:lnTo>
                      <a:pt x="235934" y="36004"/>
                    </a:lnTo>
                    <a:lnTo>
                      <a:pt x="0" y="36004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1" name="组合 30"/>
          <p:cNvGrpSpPr/>
          <p:nvPr/>
        </p:nvGrpSpPr>
        <p:grpSpPr>
          <a:xfrm flipH="1">
            <a:off x="11134090" y="2331720"/>
            <a:ext cx="516890" cy="1783715"/>
            <a:chOff x="1086" y="3775"/>
            <a:chExt cx="814" cy="2809"/>
          </a:xfrm>
        </p:grpSpPr>
        <p:sp>
          <p:nvSpPr>
            <p:cNvPr id="32" name="文本框 31"/>
            <p:cNvSpPr txBox="1"/>
            <p:nvPr>
              <p:custDataLst>
                <p:tags r:id="rId50"/>
              </p:custDataLst>
            </p:nvPr>
          </p:nvSpPr>
          <p:spPr>
            <a:xfrm>
              <a:off x="1322" y="3983"/>
              <a:ext cx="578" cy="2471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endParaRPr lang="zh-CN" altLang="en-US" sz="1200" b="1">
                <a:gradFill>
                  <a:gsLst>
                    <a:gs pos="69000">
                      <a:srgbClr val="EBFFFF"/>
                    </a:gs>
                    <a:gs pos="46000">
                      <a:schemeClr val="bg1"/>
                    </a:gs>
                    <a:gs pos="100000">
                      <a:srgbClr val="71FCFE"/>
                    </a:gs>
                  </a:gsLst>
                  <a:lin ang="5400000" scaled="0"/>
                </a:gradFill>
                <a:cs typeface="+mn-ea"/>
                <a:sym typeface="+mn-lt"/>
              </a:endParaRPr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1086" y="3775"/>
              <a:ext cx="208" cy="2809"/>
              <a:chOff x="574149" y="1145625"/>
              <a:chExt cx="235934" cy="2449068"/>
            </a:xfrm>
          </p:grpSpPr>
          <p:sp>
            <p:nvSpPr>
              <p:cNvPr id="34" name="任意多边形: 形状 242"/>
              <p:cNvSpPr/>
              <p:nvPr>
                <p:custDataLst>
                  <p:tags r:id="rId51"/>
                </p:custDataLst>
              </p:nvPr>
            </p:nvSpPr>
            <p:spPr>
              <a:xfrm>
                <a:off x="574149" y="2352157"/>
                <a:ext cx="235934" cy="36004"/>
              </a:xfrm>
              <a:custGeom>
                <a:avLst/>
                <a:gdLst>
                  <a:gd name="connsiteX0" fmla="*/ 0 w 235934"/>
                  <a:gd name="connsiteY0" fmla="*/ 0 h 36004"/>
                  <a:gd name="connsiteX1" fmla="*/ 235934 w 235934"/>
                  <a:gd name="connsiteY1" fmla="*/ 0 h 36004"/>
                  <a:gd name="connsiteX2" fmla="*/ 235934 w 235934"/>
                  <a:gd name="connsiteY2" fmla="*/ 36004 h 36004"/>
                  <a:gd name="connsiteX3" fmla="*/ 0 w 235934"/>
                  <a:gd name="connsiteY3" fmla="*/ 36004 h 36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5934" h="36004">
                    <a:moveTo>
                      <a:pt x="0" y="0"/>
                    </a:moveTo>
                    <a:lnTo>
                      <a:pt x="235934" y="0"/>
                    </a:lnTo>
                    <a:lnTo>
                      <a:pt x="235934" y="36004"/>
                    </a:lnTo>
                    <a:lnTo>
                      <a:pt x="0" y="36004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5" name="任意多边形: 形状 243"/>
              <p:cNvSpPr/>
              <p:nvPr>
                <p:custDataLst>
                  <p:tags r:id="rId52"/>
                </p:custDataLst>
              </p:nvPr>
            </p:nvSpPr>
            <p:spPr>
              <a:xfrm>
                <a:off x="574149" y="2265384"/>
                <a:ext cx="140779" cy="24003"/>
              </a:xfrm>
              <a:custGeom>
                <a:avLst/>
                <a:gdLst>
                  <a:gd name="connsiteX0" fmla="*/ 0 w 140779"/>
                  <a:gd name="connsiteY0" fmla="*/ 0 h 24003"/>
                  <a:gd name="connsiteX1" fmla="*/ 140780 w 140779"/>
                  <a:gd name="connsiteY1" fmla="*/ 0 h 24003"/>
                  <a:gd name="connsiteX2" fmla="*/ 140780 w 140779"/>
                  <a:gd name="connsiteY2" fmla="*/ 24003 h 24003"/>
                  <a:gd name="connsiteX3" fmla="*/ 0 w 140779"/>
                  <a:gd name="connsiteY3" fmla="*/ 24003 h 24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779" h="24003">
                    <a:moveTo>
                      <a:pt x="0" y="0"/>
                    </a:moveTo>
                    <a:lnTo>
                      <a:pt x="140780" y="0"/>
                    </a:lnTo>
                    <a:lnTo>
                      <a:pt x="140780" y="24003"/>
                    </a:lnTo>
                    <a:lnTo>
                      <a:pt x="0" y="24003"/>
                    </a:ln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6" name="任意多边形: 形状 244"/>
              <p:cNvSpPr/>
              <p:nvPr>
                <p:custDataLst>
                  <p:tags r:id="rId53"/>
                </p:custDataLst>
              </p:nvPr>
            </p:nvSpPr>
            <p:spPr>
              <a:xfrm>
                <a:off x="574149" y="2172516"/>
                <a:ext cx="140779" cy="24003"/>
              </a:xfrm>
              <a:custGeom>
                <a:avLst/>
                <a:gdLst>
                  <a:gd name="connsiteX0" fmla="*/ 0 w 140779"/>
                  <a:gd name="connsiteY0" fmla="*/ 0 h 24003"/>
                  <a:gd name="connsiteX1" fmla="*/ 140780 w 140779"/>
                  <a:gd name="connsiteY1" fmla="*/ 0 h 24003"/>
                  <a:gd name="connsiteX2" fmla="*/ 140780 w 140779"/>
                  <a:gd name="connsiteY2" fmla="*/ 24003 h 24003"/>
                  <a:gd name="connsiteX3" fmla="*/ 0 w 140779"/>
                  <a:gd name="connsiteY3" fmla="*/ 24003 h 24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779" h="24003">
                    <a:moveTo>
                      <a:pt x="0" y="0"/>
                    </a:moveTo>
                    <a:lnTo>
                      <a:pt x="140780" y="0"/>
                    </a:lnTo>
                    <a:lnTo>
                      <a:pt x="140780" y="24003"/>
                    </a:lnTo>
                    <a:lnTo>
                      <a:pt x="0" y="24003"/>
                    </a:ln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7" name="任意多边形: 形状 245"/>
              <p:cNvSpPr/>
              <p:nvPr>
                <p:custDataLst>
                  <p:tags r:id="rId54"/>
                </p:custDataLst>
              </p:nvPr>
            </p:nvSpPr>
            <p:spPr>
              <a:xfrm>
                <a:off x="574149" y="2079742"/>
                <a:ext cx="140779" cy="24003"/>
              </a:xfrm>
              <a:custGeom>
                <a:avLst/>
                <a:gdLst>
                  <a:gd name="connsiteX0" fmla="*/ 0 w 140779"/>
                  <a:gd name="connsiteY0" fmla="*/ 0 h 24003"/>
                  <a:gd name="connsiteX1" fmla="*/ 140780 w 140779"/>
                  <a:gd name="connsiteY1" fmla="*/ 0 h 24003"/>
                  <a:gd name="connsiteX2" fmla="*/ 140780 w 140779"/>
                  <a:gd name="connsiteY2" fmla="*/ 24003 h 24003"/>
                  <a:gd name="connsiteX3" fmla="*/ 0 w 140779"/>
                  <a:gd name="connsiteY3" fmla="*/ 24003 h 24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779" h="24003">
                    <a:moveTo>
                      <a:pt x="0" y="0"/>
                    </a:moveTo>
                    <a:lnTo>
                      <a:pt x="140780" y="0"/>
                    </a:lnTo>
                    <a:lnTo>
                      <a:pt x="140780" y="24003"/>
                    </a:lnTo>
                    <a:lnTo>
                      <a:pt x="0" y="24003"/>
                    </a:ln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8" name="任意多边形: 形状 246"/>
              <p:cNvSpPr/>
              <p:nvPr>
                <p:custDataLst>
                  <p:tags r:id="rId55"/>
                </p:custDataLst>
              </p:nvPr>
            </p:nvSpPr>
            <p:spPr>
              <a:xfrm>
                <a:off x="574149" y="1986969"/>
                <a:ext cx="140779" cy="24003"/>
              </a:xfrm>
              <a:custGeom>
                <a:avLst/>
                <a:gdLst>
                  <a:gd name="connsiteX0" fmla="*/ 0 w 140779"/>
                  <a:gd name="connsiteY0" fmla="*/ 0 h 24003"/>
                  <a:gd name="connsiteX1" fmla="*/ 140780 w 140779"/>
                  <a:gd name="connsiteY1" fmla="*/ 0 h 24003"/>
                  <a:gd name="connsiteX2" fmla="*/ 140780 w 140779"/>
                  <a:gd name="connsiteY2" fmla="*/ 24003 h 24003"/>
                  <a:gd name="connsiteX3" fmla="*/ 0 w 140779"/>
                  <a:gd name="connsiteY3" fmla="*/ 24003 h 24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779" h="24003">
                    <a:moveTo>
                      <a:pt x="0" y="0"/>
                    </a:moveTo>
                    <a:lnTo>
                      <a:pt x="140780" y="0"/>
                    </a:lnTo>
                    <a:lnTo>
                      <a:pt x="140780" y="24003"/>
                    </a:lnTo>
                    <a:lnTo>
                      <a:pt x="0" y="24003"/>
                    </a:ln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9" name="任意多边形: 形状 247"/>
              <p:cNvSpPr/>
              <p:nvPr>
                <p:custDataLst>
                  <p:tags r:id="rId56"/>
                </p:custDataLst>
              </p:nvPr>
            </p:nvSpPr>
            <p:spPr>
              <a:xfrm>
                <a:off x="574149" y="1894100"/>
                <a:ext cx="140779" cy="24003"/>
              </a:xfrm>
              <a:custGeom>
                <a:avLst/>
                <a:gdLst>
                  <a:gd name="connsiteX0" fmla="*/ 0 w 140779"/>
                  <a:gd name="connsiteY0" fmla="*/ 0 h 24003"/>
                  <a:gd name="connsiteX1" fmla="*/ 140780 w 140779"/>
                  <a:gd name="connsiteY1" fmla="*/ 0 h 24003"/>
                  <a:gd name="connsiteX2" fmla="*/ 140780 w 140779"/>
                  <a:gd name="connsiteY2" fmla="*/ 24003 h 24003"/>
                  <a:gd name="connsiteX3" fmla="*/ 0 w 140779"/>
                  <a:gd name="connsiteY3" fmla="*/ 24003 h 24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779" h="24003">
                    <a:moveTo>
                      <a:pt x="0" y="0"/>
                    </a:moveTo>
                    <a:lnTo>
                      <a:pt x="140780" y="0"/>
                    </a:lnTo>
                    <a:lnTo>
                      <a:pt x="140780" y="24003"/>
                    </a:lnTo>
                    <a:lnTo>
                      <a:pt x="0" y="2400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" name="任意多边形: 形状 248"/>
              <p:cNvSpPr/>
              <p:nvPr>
                <p:custDataLst>
                  <p:tags r:id="rId57"/>
                </p:custDataLst>
              </p:nvPr>
            </p:nvSpPr>
            <p:spPr>
              <a:xfrm>
                <a:off x="574149" y="1801326"/>
                <a:ext cx="140779" cy="24003"/>
              </a:xfrm>
              <a:custGeom>
                <a:avLst/>
                <a:gdLst>
                  <a:gd name="connsiteX0" fmla="*/ 0 w 140779"/>
                  <a:gd name="connsiteY0" fmla="*/ 0 h 24003"/>
                  <a:gd name="connsiteX1" fmla="*/ 140780 w 140779"/>
                  <a:gd name="connsiteY1" fmla="*/ 0 h 24003"/>
                  <a:gd name="connsiteX2" fmla="*/ 140780 w 140779"/>
                  <a:gd name="connsiteY2" fmla="*/ 24003 h 24003"/>
                  <a:gd name="connsiteX3" fmla="*/ 0 w 140779"/>
                  <a:gd name="connsiteY3" fmla="*/ 24003 h 24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779" h="24003">
                    <a:moveTo>
                      <a:pt x="0" y="0"/>
                    </a:moveTo>
                    <a:lnTo>
                      <a:pt x="140780" y="0"/>
                    </a:lnTo>
                    <a:lnTo>
                      <a:pt x="140780" y="24003"/>
                    </a:lnTo>
                    <a:lnTo>
                      <a:pt x="0" y="24003"/>
                    </a:ln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1" name="任意多边形: 形状 249"/>
              <p:cNvSpPr/>
              <p:nvPr>
                <p:custDataLst>
                  <p:tags r:id="rId58"/>
                </p:custDataLst>
              </p:nvPr>
            </p:nvSpPr>
            <p:spPr>
              <a:xfrm>
                <a:off x="574149" y="1708458"/>
                <a:ext cx="140779" cy="24003"/>
              </a:xfrm>
              <a:custGeom>
                <a:avLst/>
                <a:gdLst>
                  <a:gd name="connsiteX0" fmla="*/ 0 w 140779"/>
                  <a:gd name="connsiteY0" fmla="*/ 0 h 24003"/>
                  <a:gd name="connsiteX1" fmla="*/ 140780 w 140779"/>
                  <a:gd name="connsiteY1" fmla="*/ 0 h 24003"/>
                  <a:gd name="connsiteX2" fmla="*/ 140780 w 140779"/>
                  <a:gd name="connsiteY2" fmla="*/ 24003 h 24003"/>
                  <a:gd name="connsiteX3" fmla="*/ 0 w 140779"/>
                  <a:gd name="connsiteY3" fmla="*/ 24003 h 24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779" h="24003">
                    <a:moveTo>
                      <a:pt x="0" y="0"/>
                    </a:moveTo>
                    <a:lnTo>
                      <a:pt x="140780" y="0"/>
                    </a:lnTo>
                    <a:lnTo>
                      <a:pt x="140780" y="24003"/>
                    </a:lnTo>
                    <a:lnTo>
                      <a:pt x="0" y="24003"/>
                    </a:ln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2" name="任意多边形: 形状 250"/>
              <p:cNvSpPr/>
              <p:nvPr>
                <p:custDataLst>
                  <p:tags r:id="rId59"/>
                </p:custDataLst>
              </p:nvPr>
            </p:nvSpPr>
            <p:spPr>
              <a:xfrm>
                <a:off x="574149" y="1615684"/>
                <a:ext cx="140779" cy="24002"/>
              </a:xfrm>
              <a:custGeom>
                <a:avLst/>
                <a:gdLst>
                  <a:gd name="connsiteX0" fmla="*/ 0 w 140779"/>
                  <a:gd name="connsiteY0" fmla="*/ 0 h 24002"/>
                  <a:gd name="connsiteX1" fmla="*/ 140780 w 140779"/>
                  <a:gd name="connsiteY1" fmla="*/ 0 h 24002"/>
                  <a:gd name="connsiteX2" fmla="*/ 140780 w 140779"/>
                  <a:gd name="connsiteY2" fmla="*/ 24003 h 24002"/>
                  <a:gd name="connsiteX3" fmla="*/ 0 w 140779"/>
                  <a:gd name="connsiteY3" fmla="*/ 24003 h 24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779" h="24002">
                    <a:moveTo>
                      <a:pt x="0" y="0"/>
                    </a:moveTo>
                    <a:lnTo>
                      <a:pt x="140780" y="0"/>
                    </a:lnTo>
                    <a:lnTo>
                      <a:pt x="140780" y="24003"/>
                    </a:lnTo>
                    <a:lnTo>
                      <a:pt x="0" y="24003"/>
                    </a:ln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3" name="任意多边形: 形状 251"/>
              <p:cNvSpPr/>
              <p:nvPr>
                <p:custDataLst>
                  <p:tags r:id="rId60"/>
                </p:custDataLst>
              </p:nvPr>
            </p:nvSpPr>
            <p:spPr>
              <a:xfrm>
                <a:off x="574149" y="1522911"/>
                <a:ext cx="140779" cy="24002"/>
              </a:xfrm>
              <a:custGeom>
                <a:avLst/>
                <a:gdLst>
                  <a:gd name="connsiteX0" fmla="*/ 0 w 140779"/>
                  <a:gd name="connsiteY0" fmla="*/ 0 h 24002"/>
                  <a:gd name="connsiteX1" fmla="*/ 140780 w 140779"/>
                  <a:gd name="connsiteY1" fmla="*/ 0 h 24002"/>
                  <a:gd name="connsiteX2" fmla="*/ 140780 w 140779"/>
                  <a:gd name="connsiteY2" fmla="*/ 24003 h 24002"/>
                  <a:gd name="connsiteX3" fmla="*/ 0 w 140779"/>
                  <a:gd name="connsiteY3" fmla="*/ 24003 h 24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779" h="24002">
                    <a:moveTo>
                      <a:pt x="0" y="0"/>
                    </a:moveTo>
                    <a:lnTo>
                      <a:pt x="140780" y="0"/>
                    </a:lnTo>
                    <a:lnTo>
                      <a:pt x="140780" y="24003"/>
                    </a:lnTo>
                    <a:lnTo>
                      <a:pt x="0" y="24003"/>
                    </a:ln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6" name="任意多边形: 形状 252"/>
              <p:cNvSpPr/>
              <p:nvPr>
                <p:custDataLst>
                  <p:tags r:id="rId61"/>
                </p:custDataLst>
              </p:nvPr>
            </p:nvSpPr>
            <p:spPr>
              <a:xfrm>
                <a:off x="574149" y="1430042"/>
                <a:ext cx="140779" cy="24002"/>
              </a:xfrm>
              <a:custGeom>
                <a:avLst/>
                <a:gdLst>
                  <a:gd name="connsiteX0" fmla="*/ 0 w 140779"/>
                  <a:gd name="connsiteY0" fmla="*/ 0 h 24002"/>
                  <a:gd name="connsiteX1" fmla="*/ 140780 w 140779"/>
                  <a:gd name="connsiteY1" fmla="*/ 0 h 24002"/>
                  <a:gd name="connsiteX2" fmla="*/ 140780 w 140779"/>
                  <a:gd name="connsiteY2" fmla="*/ 24003 h 24002"/>
                  <a:gd name="connsiteX3" fmla="*/ 0 w 140779"/>
                  <a:gd name="connsiteY3" fmla="*/ 24003 h 24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779" h="24002">
                    <a:moveTo>
                      <a:pt x="0" y="0"/>
                    </a:moveTo>
                    <a:lnTo>
                      <a:pt x="140780" y="0"/>
                    </a:lnTo>
                    <a:lnTo>
                      <a:pt x="140780" y="24003"/>
                    </a:lnTo>
                    <a:lnTo>
                      <a:pt x="0" y="24003"/>
                    </a:ln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7" name="任意多边形: 形状 253"/>
              <p:cNvSpPr/>
              <p:nvPr>
                <p:custDataLst>
                  <p:tags r:id="rId62"/>
                </p:custDataLst>
              </p:nvPr>
            </p:nvSpPr>
            <p:spPr>
              <a:xfrm>
                <a:off x="574149" y="1337268"/>
                <a:ext cx="140779" cy="24002"/>
              </a:xfrm>
              <a:custGeom>
                <a:avLst/>
                <a:gdLst>
                  <a:gd name="connsiteX0" fmla="*/ 0 w 140779"/>
                  <a:gd name="connsiteY0" fmla="*/ 0 h 24002"/>
                  <a:gd name="connsiteX1" fmla="*/ 140780 w 140779"/>
                  <a:gd name="connsiteY1" fmla="*/ 0 h 24002"/>
                  <a:gd name="connsiteX2" fmla="*/ 140780 w 140779"/>
                  <a:gd name="connsiteY2" fmla="*/ 24003 h 24002"/>
                  <a:gd name="connsiteX3" fmla="*/ 0 w 140779"/>
                  <a:gd name="connsiteY3" fmla="*/ 24003 h 24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779" h="24002">
                    <a:moveTo>
                      <a:pt x="0" y="0"/>
                    </a:moveTo>
                    <a:lnTo>
                      <a:pt x="140780" y="0"/>
                    </a:lnTo>
                    <a:lnTo>
                      <a:pt x="140780" y="24003"/>
                    </a:lnTo>
                    <a:lnTo>
                      <a:pt x="0" y="24003"/>
                    </a:ln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8" name="任意多边形: 形状 254"/>
              <p:cNvSpPr/>
              <p:nvPr>
                <p:custDataLst>
                  <p:tags r:id="rId63"/>
                </p:custDataLst>
              </p:nvPr>
            </p:nvSpPr>
            <p:spPr>
              <a:xfrm>
                <a:off x="574149" y="1244495"/>
                <a:ext cx="140779" cy="24002"/>
              </a:xfrm>
              <a:custGeom>
                <a:avLst/>
                <a:gdLst>
                  <a:gd name="connsiteX0" fmla="*/ 0 w 140779"/>
                  <a:gd name="connsiteY0" fmla="*/ 0 h 24002"/>
                  <a:gd name="connsiteX1" fmla="*/ 140780 w 140779"/>
                  <a:gd name="connsiteY1" fmla="*/ 0 h 24002"/>
                  <a:gd name="connsiteX2" fmla="*/ 140780 w 140779"/>
                  <a:gd name="connsiteY2" fmla="*/ 24003 h 24002"/>
                  <a:gd name="connsiteX3" fmla="*/ 0 w 140779"/>
                  <a:gd name="connsiteY3" fmla="*/ 24003 h 24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779" h="24002">
                    <a:moveTo>
                      <a:pt x="0" y="0"/>
                    </a:moveTo>
                    <a:lnTo>
                      <a:pt x="140780" y="0"/>
                    </a:lnTo>
                    <a:lnTo>
                      <a:pt x="140780" y="24003"/>
                    </a:lnTo>
                    <a:lnTo>
                      <a:pt x="0" y="24003"/>
                    </a:ln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9" name="任意多边形: 形状 255"/>
              <p:cNvSpPr/>
              <p:nvPr>
                <p:custDataLst>
                  <p:tags r:id="rId64"/>
                </p:custDataLst>
              </p:nvPr>
            </p:nvSpPr>
            <p:spPr>
              <a:xfrm>
                <a:off x="574149" y="1145625"/>
                <a:ext cx="235934" cy="36004"/>
              </a:xfrm>
              <a:custGeom>
                <a:avLst/>
                <a:gdLst>
                  <a:gd name="connsiteX0" fmla="*/ 0 w 235934"/>
                  <a:gd name="connsiteY0" fmla="*/ 0 h 36004"/>
                  <a:gd name="connsiteX1" fmla="*/ 235934 w 235934"/>
                  <a:gd name="connsiteY1" fmla="*/ 0 h 36004"/>
                  <a:gd name="connsiteX2" fmla="*/ 235934 w 235934"/>
                  <a:gd name="connsiteY2" fmla="*/ 36005 h 36004"/>
                  <a:gd name="connsiteX3" fmla="*/ 0 w 235934"/>
                  <a:gd name="connsiteY3" fmla="*/ 36005 h 36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5934" h="36004">
                    <a:moveTo>
                      <a:pt x="0" y="0"/>
                    </a:moveTo>
                    <a:lnTo>
                      <a:pt x="235934" y="0"/>
                    </a:lnTo>
                    <a:lnTo>
                      <a:pt x="235934" y="36005"/>
                    </a:lnTo>
                    <a:lnTo>
                      <a:pt x="0" y="36005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0" name="任意多边形: 形状 256"/>
              <p:cNvSpPr/>
              <p:nvPr>
                <p:custDataLst>
                  <p:tags r:id="rId65"/>
                </p:custDataLst>
              </p:nvPr>
            </p:nvSpPr>
            <p:spPr>
              <a:xfrm>
                <a:off x="574149" y="2451027"/>
                <a:ext cx="140779" cy="24003"/>
              </a:xfrm>
              <a:custGeom>
                <a:avLst/>
                <a:gdLst>
                  <a:gd name="connsiteX0" fmla="*/ 0 w 140779"/>
                  <a:gd name="connsiteY0" fmla="*/ 0 h 24003"/>
                  <a:gd name="connsiteX1" fmla="*/ 140780 w 140779"/>
                  <a:gd name="connsiteY1" fmla="*/ 0 h 24003"/>
                  <a:gd name="connsiteX2" fmla="*/ 140780 w 140779"/>
                  <a:gd name="connsiteY2" fmla="*/ 24003 h 24003"/>
                  <a:gd name="connsiteX3" fmla="*/ 0 w 140779"/>
                  <a:gd name="connsiteY3" fmla="*/ 24003 h 24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779" h="24003">
                    <a:moveTo>
                      <a:pt x="0" y="0"/>
                    </a:moveTo>
                    <a:lnTo>
                      <a:pt x="140780" y="0"/>
                    </a:lnTo>
                    <a:lnTo>
                      <a:pt x="140780" y="24003"/>
                    </a:lnTo>
                    <a:lnTo>
                      <a:pt x="0" y="24003"/>
                    </a:ln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1" name="任意多边形: 形状 257"/>
              <p:cNvSpPr/>
              <p:nvPr>
                <p:custDataLst>
                  <p:tags r:id="rId66"/>
                </p:custDataLst>
              </p:nvPr>
            </p:nvSpPr>
            <p:spPr>
              <a:xfrm>
                <a:off x="574149" y="2543800"/>
                <a:ext cx="140779" cy="24003"/>
              </a:xfrm>
              <a:custGeom>
                <a:avLst/>
                <a:gdLst>
                  <a:gd name="connsiteX0" fmla="*/ 0 w 140779"/>
                  <a:gd name="connsiteY0" fmla="*/ 0 h 24003"/>
                  <a:gd name="connsiteX1" fmla="*/ 140780 w 140779"/>
                  <a:gd name="connsiteY1" fmla="*/ 0 h 24003"/>
                  <a:gd name="connsiteX2" fmla="*/ 140780 w 140779"/>
                  <a:gd name="connsiteY2" fmla="*/ 24003 h 24003"/>
                  <a:gd name="connsiteX3" fmla="*/ 0 w 140779"/>
                  <a:gd name="connsiteY3" fmla="*/ 24003 h 24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779" h="24003">
                    <a:moveTo>
                      <a:pt x="0" y="0"/>
                    </a:moveTo>
                    <a:lnTo>
                      <a:pt x="140780" y="0"/>
                    </a:lnTo>
                    <a:lnTo>
                      <a:pt x="140780" y="24003"/>
                    </a:lnTo>
                    <a:lnTo>
                      <a:pt x="0" y="24003"/>
                    </a:ln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2" name="任意多边形: 形状 258"/>
              <p:cNvSpPr/>
              <p:nvPr>
                <p:custDataLst>
                  <p:tags r:id="rId67"/>
                </p:custDataLst>
              </p:nvPr>
            </p:nvSpPr>
            <p:spPr>
              <a:xfrm>
                <a:off x="574149" y="2636574"/>
                <a:ext cx="140779" cy="24003"/>
              </a:xfrm>
              <a:custGeom>
                <a:avLst/>
                <a:gdLst>
                  <a:gd name="connsiteX0" fmla="*/ 0 w 140779"/>
                  <a:gd name="connsiteY0" fmla="*/ 0 h 24003"/>
                  <a:gd name="connsiteX1" fmla="*/ 140780 w 140779"/>
                  <a:gd name="connsiteY1" fmla="*/ 0 h 24003"/>
                  <a:gd name="connsiteX2" fmla="*/ 140780 w 140779"/>
                  <a:gd name="connsiteY2" fmla="*/ 24003 h 24003"/>
                  <a:gd name="connsiteX3" fmla="*/ 0 w 140779"/>
                  <a:gd name="connsiteY3" fmla="*/ 24003 h 24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779" h="24003">
                    <a:moveTo>
                      <a:pt x="0" y="0"/>
                    </a:moveTo>
                    <a:lnTo>
                      <a:pt x="140780" y="0"/>
                    </a:lnTo>
                    <a:lnTo>
                      <a:pt x="140780" y="24003"/>
                    </a:lnTo>
                    <a:lnTo>
                      <a:pt x="0" y="24003"/>
                    </a:ln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259"/>
              <p:cNvSpPr/>
              <p:nvPr>
                <p:custDataLst>
                  <p:tags r:id="rId68"/>
                </p:custDataLst>
              </p:nvPr>
            </p:nvSpPr>
            <p:spPr>
              <a:xfrm>
                <a:off x="574149" y="2729442"/>
                <a:ext cx="140779" cy="24003"/>
              </a:xfrm>
              <a:custGeom>
                <a:avLst/>
                <a:gdLst>
                  <a:gd name="connsiteX0" fmla="*/ 0 w 140779"/>
                  <a:gd name="connsiteY0" fmla="*/ 0 h 24003"/>
                  <a:gd name="connsiteX1" fmla="*/ 140780 w 140779"/>
                  <a:gd name="connsiteY1" fmla="*/ 0 h 24003"/>
                  <a:gd name="connsiteX2" fmla="*/ 140780 w 140779"/>
                  <a:gd name="connsiteY2" fmla="*/ 24003 h 24003"/>
                  <a:gd name="connsiteX3" fmla="*/ 0 w 140779"/>
                  <a:gd name="connsiteY3" fmla="*/ 24003 h 24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779" h="24003">
                    <a:moveTo>
                      <a:pt x="0" y="0"/>
                    </a:moveTo>
                    <a:lnTo>
                      <a:pt x="140780" y="0"/>
                    </a:lnTo>
                    <a:lnTo>
                      <a:pt x="140780" y="24003"/>
                    </a:lnTo>
                    <a:lnTo>
                      <a:pt x="0" y="24003"/>
                    </a:ln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4" name="任意多边形: 形状 260"/>
              <p:cNvSpPr/>
              <p:nvPr>
                <p:custDataLst>
                  <p:tags r:id="rId69"/>
                </p:custDataLst>
              </p:nvPr>
            </p:nvSpPr>
            <p:spPr>
              <a:xfrm>
                <a:off x="574149" y="2822216"/>
                <a:ext cx="140779" cy="24003"/>
              </a:xfrm>
              <a:custGeom>
                <a:avLst/>
                <a:gdLst>
                  <a:gd name="connsiteX0" fmla="*/ 0 w 140779"/>
                  <a:gd name="connsiteY0" fmla="*/ 0 h 24003"/>
                  <a:gd name="connsiteX1" fmla="*/ 140780 w 140779"/>
                  <a:gd name="connsiteY1" fmla="*/ 0 h 24003"/>
                  <a:gd name="connsiteX2" fmla="*/ 140780 w 140779"/>
                  <a:gd name="connsiteY2" fmla="*/ 24003 h 24003"/>
                  <a:gd name="connsiteX3" fmla="*/ 0 w 140779"/>
                  <a:gd name="connsiteY3" fmla="*/ 24003 h 24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779" h="24003">
                    <a:moveTo>
                      <a:pt x="0" y="0"/>
                    </a:moveTo>
                    <a:lnTo>
                      <a:pt x="140780" y="0"/>
                    </a:lnTo>
                    <a:lnTo>
                      <a:pt x="140780" y="24003"/>
                    </a:lnTo>
                    <a:lnTo>
                      <a:pt x="0" y="24003"/>
                    </a:ln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5" name="任意多边形: 形状 261"/>
              <p:cNvSpPr/>
              <p:nvPr>
                <p:custDataLst>
                  <p:tags r:id="rId70"/>
                </p:custDataLst>
              </p:nvPr>
            </p:nvSpPr>
            <p:spPr>
              <a:xfrm>
                <a:off x="574149" y="2914989"/>
                <a:ext cx="140779" cy="24002"/>
              </a:xfrm>
              <a:custGeom>
                <a:avLst/>
                <a:gdLst>
                  <a:gd name="connsiteX0" fmla="*/ 0 w 140779"/>
                  <a:gd name="connsiteY0" fmla="*/ 0 h 24002"/>
                  <a:gd name="connsiteX1" fmla="*/ 140780 w 140779"/>
                  <a:gd name="connsiteY1" fmla="*/ 0 h 24002"/>
                  <a:gd name="connsiteX2" fmla="*/ 140780 w 140779"/>
                  <a:gd name="connsiteY2" fmla="*/ 24003 h 24002"/>
                  <a:gd name="connsiteX3" fmla="*/ 0 w 140779"/>
                  <a:gd name="connsiteY3" fmla="*/ 24003 h 24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779" h="24002">
                    <a:moveTo>
                      <a:pt x="0" y="0"/>
                    </a:moveTo>
                    <a:lnTo>
                      <a:pt x="140780" y="0"/>
                    </a:lnTo>
                    <a:lnTo>
                      <a:pt x="140780" y="24003"/>
                    </a:lnTo>
                    <a:lnTo>
                      <a:pt x="0" y="24003"/>
                    </a:ln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6" name="任意多边形: 形状 262"/>
              <p:cNvSpPr/>
              <p:nvPr>
                <p:custDataLst>
                  <p:tags r:id="rId71"/>
                </p:custDataLst>
              </p:nvPr>
            </p:nvSpPr>
            <p:spPr>
              <a:xfrm>
                <a:off x="574149" y="3007858"/>
                <a:ext cx="140779" cy="24002"/>
              </a:xfrm>
              <a:custGeom>
                <a:avLst/>
                <a:gdLst>
                  <a:gd name="connsiteX0" fmla="*/ 0 w 140779"/>
                  <a:gd name="connsiteY0" fmla="*/ 0 h 24002"/>
                  <a:gd name="connsiteX1" fmla="*/ 140780 w 140779"/>
                  <a:gd name="connsiteY1" fmla="*/ 0 h 24002"/>
                  <a:gd name="connsiteX2" fmla="*/ 140780 w 140779"/>
                  <a:gd name="connsiteY2" fmla="*/ 24003 h 24002"/>
                  <a:gd name="connsiteX3" fmla="*/ 0 w 140779"/>
                  <a:gd name="connsiteY3" fmla="*/ 24003 h 24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779" h="24002">
                    <a:moveTo>
                      <a:pt x="0" y="0"/>
                    </a:moveTo>
                    <a:lnTo>
                      <a:pt x="140780" y="0"/>
                    </a:lnTo>
                    <a:lnTo>
                      <a:pt x="140780" y="24003"/>
                    </a:lnTo>
                    <a:lnTo>
                      <a:pt x="0" y="24003"/>
                    </a:ln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7" name="任意多边形: 形状 263"/>
              <p:cNvSpPr/>
              <p:nvPr>
                <p:custDataLst>
                  <p:tags r:id="rId72"/>
                </p:custDataLst>
              </p:nvPr>
            </p:nvSpPr>
            <p:spPr>
              <a:xfrm>
                <a:off x="574149" y="3100632"/>
                <a:ext cx="140779" cy="24002"/>
              </a:xfrm>
              <a:custGeom>
                <a:avLst/>
                <a:gdLst>
                  <a:gd name="connsiteX0" fmla="*/ 0 w 140779"/>
                  <a:gd name="connsiteY0" fmla="*/ 0 h 24002"/>
                  <a:gd name="connsiteX1" fmla="*/ 140780 w 140779"/>
                  <a:gd name="connsiteY1" fmla="*/ 0 h 24002"/>
                  <a:gd name="connsiteX2" fmla="*/ 140780 w 140779"/>
                  <a:gd name="connsiteY2" fmla="*/ 24003 h 24002"/>
                  <a:gd name="connsiteX3" fmla="*/ 0 w 140779"/>
                  <a:gd name="connsiteY3" fmla="*/ 24003 h 24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779" h="24002">
                    <a:moveTo>
                      <a:pt x="0" y="0"/>
                    </a:moveTo>
                    <a:lnTo>
                      <a:pt x="140780" y="0"/>
                    </a:lnTo>
                    <a:lnTo>
                      <a:pt x="140780" y="24003"/>
                    </a:lnTo>
                    <a:lnTo>
                      <a:pt x="0" y="24003"/>
                    </a:ln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8" name="任意多边形: 形状 264"/>
              <p:cNvSpPr/>
              <p:nvPr>
                <p:custDataLst>
                  <p:tags r:id="rId73"/>
                </p:custDataLst>
              </p:nvPr>
            </p:nvSpPr>
            <p:spPr>
              <a:xfrm>
                <a:off x="574149" y="3193500"/>
                <a:ext cx="140779" cy="24002"/>
              </a:xfrm>
              <a:custGeom>
                <a:avLst/>
                <a:gdLst>
                  <a:gd name="connsiteX0" fmla="*/ 0 w 140779"/>
                  <a:gd name="connsiteY0" fmla="*/ 0 h 24002"/>
                  <a:gd name="connsiteX1" fmla="*/ 140780 w 140779"/>
                  <a:gd name="connsiteY1" fmla="*/ 0 h 24002"/>
                  <a:gd name="connsiteX2" fmla="*/ 140780 w 140779"/>
                  <a:gd name="connsiteY2" fmla="*/ 24003 h 24002"/>
                  <a:gd name="connsiteX3" fmla="*/ 0 w 140779"/>
                  <a:gd name="connsiteY3" fmla="*/ 24003 h 24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779" h="24002">
                    <a:moveTo>
                      <a:pt x="0" y="0"/>
                    </a:moveTo>
                    <a:lnTo>
                      <a:pt x="140780" y="0"/>
                    </a:lnTo>
                    <a:lnTo>
                      <a:pt x="140780" y="24003"/>
                    </a:lnTo>
                    <a:lnTo>
                      <a:pt x="0" y="24003"/>
                    </a:ln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9" name="任意多边形: 形状 265"/>
              <p:cNvSpPr/>
              <p:nvPr>
                <p:custDataLst>
                  <p:tags r:id="rId74"/>
                </p:custDataLst>
              </p:nvPr>
            </p:nvSpPr>
            <p:spPr>
              <a:xfrm>
                <a:off x="574149" y="3286274"/>
                <a:ext cx="140779" cy="24002"/>
              </a:xfrm>
              <a:custGeom>
                <a:avLst/>
                <a:gdLst>
                  <a:gd name="connsiteX0" fmla="*/ 0 w 140779"/>
                  <a:gd name="connsiteY0" fmla="*/ 0 h 24002"/>
                  <a:gd name="connsiteX1" fmla="*/ 140780 w 140779"/>
                  <a:gd name="connsiteY1" fmla="*/ 0 h 24002"/>
                  <a:gd name="connsiteX2" fmla="*/ 140780 w 140779"/>
                  <a:gd name="connsiteY2" fmla="*/ 24003 h 24002"/>
                  <a:gd name="connsiteX3" fmla="*/ 0 w 140779"/>
                  <a:gd name="connsiteY3" fmla="*/ 24003 h 24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779" h="24002">
                    <a:moveTo>
                      <a:pt x="0" y="0"/>
                    </a:moveTo>
                    <a:lnTo>
                      <a:pt x="140780" y="0"/>
                    </a:lnTo>
                    <a:lnTo>
                      <a:pt x="140780" y="24003"/>
                    </a:lnTo>
                    <a:lnTo>
                      <a:pt x="0" y="24003"/>
                    </a:ln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60" name="任意多边形: 形状 266"/>
              <p:cNvSpPr/>
              <p:nvPr>
                <p:custDataLst>
                  <p:tags r:id="rId75"/>
                </p:custDataLst>
              </p:nvPr>
            </p:nvSpPr>
            <p:spPr>
              <a:xfrm>
                <a:off x="574149" y="3379047"/>
                <a:ext cx="140779" cy="24002"/>
              </a:xfrm>
              <a:custGeom>
                <a:avLst/>
                <a:gdLst>
                  <a:gd name="connsiteX0" fmla="*/ 0 w 140779"/>
                  <a:gd name="connsiteY0" fmla="*/ 0 h 24002"/>
                  <a:gd name="connsiteX1" fmla="*/ 140780 w 140779"/>
                  <a:gd name="connsiteY1" fmla="*/ 0 h 24002"/>
                  <a:gd name="connsiteX2" fmla="*/ 140780 w 140779"/>
                  <a:gd name="connsiteY2" fmla="*/ 24003 h 24002"/>
                  <a:gd name="connsiteX3" fmla="*/ 0 w 140779"/>
                  <a:gd name="connsiteY3" fmla="*/ 24003 h 24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779" h="24002">
                    <a:moveTo>
                      <a:pt x="0" y="0"/>
                    </a:moveTo>
                    <a:lnTo>
                      <a:pt x="140780" y="0"/>
                    </a:lnTo>
                    <a:lnTo>
                      <a:pt x="140780" y="24003"/>
                    </a:lnTo>
                    <a:lnTo>
                      <a:pt x="0" y="24003"/>
                    </a:ln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61" name="任意多边形: 形状 267"/>
              <p:cNvSpPr/>
              <p:nvPr>
                <p:custDataLst>
                  <p:tags r:id="rId76"/>
                </p:custDataLst>
              </p:nvPr>
            </p:nvSpPr>
            <p:spPr>
              <a:xfrm>
                <a:off x="574149" y="3471916"/>
                <a:ext cx="140779" cy="24002"/>
              </a:xfrm>
              <a:custGeom>
                <a:avLst/>
                <a:gdLst>
                  <a:gd name="connsiteX0" fmla="*/ 0 w 140779"/>
                  <a:gd name="connsiteY0" fmla="*/ 0 h 24002"/>
                  <a:gd name="connsiteX1" fmla="*/ 140780 w 140779"/>
                  <a:gd name="connsiteY1" fmla="*/ 0 h 24002"/>
                  <a:gd name="connsiteX2" fmla="*/ 140780 w 140779"/>
                  <a:gd name="connsiteY2" fmla="*/ 24003 h 24002"/>
                  <a:gd name="connsiteX3" fmla="*/ 0 w 140779"/>
                  <a:gd name="connsiteY3" fmla="*/ 24003 h 24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779" h="24002">
                    <a:moveTo>
                      <a:pt x="0" y="0"/>
                    </a:moveTo>
                    <a:lnTo>
                      <a:pt x="140780" y="0"/>
                    </a:lnTo>
                    <a:lnTo>
                      <a:pt x="140780" y="24003"/>
                    </a:lnTo>
                    <a:lnTo>
                      <a:pt x="0" y="24003"/>
                    </a:ln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62" name="任意多边形: 形状 268"/>
              <p:cNvSpPr/>
              <p:nvPr>
                <p:custDataLst>
                  <p:tags r:id="rId77"/>
                </p:custDataLst>
              </p:nvPr>
            </p:nvSpPr>
            <p:spPr>
              <a:xfrm>
                <a:off x="574149" y="3558689"/>
                <a:ext cx="235934" cy="36004"/>
              </a:xfrm>
              <a:custGeom>
                <a:avLst/>
                <a:gdLst>
                  <a:gd name="connsiteX0" fmla="*/ 0 w 235934"/>
                  <a:gd name="connsiteY0" fmla="*/ 0 h 36004"/>
                  <a:gd name="connsiteX1" fmla="*/ 235934 w 235934"/>
                  <a:gd name="connsiteY1" fmla="*/ 0 h 36004"/>
                  <a:gd name="connsiteX2" fmla="*/ 235934 w 235934"/>
                  <a:gd name="connsiteY2" fmla="*/ 36004 h 36004"/>
                  <a:gd name="connsiteX3" fmla="*/ 0 w 235934"/>
                  <a:gd name="connsiteY3" fmla="*/ 36004 h 36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5934" h="36004">
                    <a:moveTo>
                      <a:pt x="0" y="0"/>
                    </a:moveTo>
                    <a:lnTo>
                      <a:pt x="235934" y="0"/>
                    </a:lnTo>
                    <a:lnTo>
                      <a:pt x="235934" y="36004"/>
                    </a:lnTo>
                    <a:lnTo>
                      <a:pt x="0" y="36004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sp>
        <p:nvSpPr>
          <p:cNvPr id="63" name="图形"/>
          <p:cNvSpPr txBox="1"/>
          <p:nvPr>
            <p:custDataLst>
              <p:tags r:id="rId78"/>
            </p:custDataLst>
          </p:nvPr>
        </p:nvSpPr>
        <p:spPr>
          <a:xfrm>
            <a:off x="2265998" y="5572125"/>
            <a:ext cx="729107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1600">
                <a:solidFill>
                  <a:schemeClr val="accent1">
                    <a:lumMod val="20000"/>
                    <a:lumOff val="8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lt"/>
              </a:rPr>
              <a:t>小组成员：黄天成</a:t>
            </a:r>
            <a:r>
              <a:rPr lang="en-US" altLang="zh-CN" sz="1600">
                <a:solidFill>
                  <a:schemeClr val="accent1">
                    <a:lumMod val="20000"/>
                    <a:lumOff val="8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lt"/>
              </a:rPr>
              <a:t>   </a:t>
            </a:r>
            <a:r>
              <a:rPr lang="zh-CN" altLang="en-US" sz="1600">
                <a:solidFill>
                  <a:schemeClr val="accent1">
                    <a:lumMod val="20000"/>
                    <a:lumOff val="8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lt"/>
              </a:rPr>
              <a:t>杨松玮</a:t>
            </a:r>
            <a:endParaRPr lang="zh-CN" altLang="en-US" sz="1600">
              <a:solidFill>
                <a:schemeClr val="accent1">
                  <a:lumMod val="20000"/>
                  <a:lumOff val="80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lt"/>
            </a:endParaRPr>
          </a:p>
        </p:txBody>
      </p:sp>
    </p:spTree>
    <p:custDataLst>
      <p:tags r:id="rId79"/>
    </p:custDataLst>
  </p:cSld>
  <p:clrMapOvr>
    <a:masterClrMapping/>
  </p:clrMapOvr>
  <p:transition advTm="2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6" grpId="1"/>
      <p:bldP spid="63" grpId="0"/>
      <p:bldP spid="63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 txBox="1"/>
          <p:nvPr/>
        </p:nvSpPr>
        <p:spPr>
          <a:xfrm>
            <a:off x="10677525" y="289313"/>
            <a:ext cx="45365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noFill/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noFill/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noFill/>
                <a:effectLst/>
                <a:uLnTx/>
                <a:uFillTx/>
              </a:rPr>
              <a:t>模板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noFill/>
                <a:effectLst/>
                <a:uLnTx/>
                <a:uFillTx/>
              </a:rPr>
              <a:t>http://www.1ppt.com/hangye/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noFill/>
              <a:effectLst/>
              <a:uLnTx/>
              <a:uFillTx/>
            </a:endParaRPr>
          </a:p>
        </p:txBody>
      </p:sp>
      <p:pic>
        <p:nvPicPr>
          <p:cNvPr id="91" name="图片 90" descr="E:\006包图网\素材\023商务背景\60215ca3e2131.png60215ca3e213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screen"/>
          <a:srcRect l="5535" r="5535"/>
          <a:stretch>
            <a:fillRect/>
          </a:stretch>
        </p:blipFill>
        <p:spPr>
          <a:xfrm>
            <a:off x="0" y="1905"/>
            <a:ext cx="12192000" cy="6856095"/>
          </a:xfrm>
          <a:prstGeom prst="rect">
            <a:avLst/>
          </a:prstGeom>
        </p:spPr>
      </p:pic>
      <p:sp>
        <p:nvSpPr>
          <p:cNvPr id="49" name="文本框 48"/>
          <p:cNvSpPr txBox="1"/>
          <p:nvPr>
            <p:custDataLst>
              <p:tags r:id="rId3"/>
            </p:custDataLst>
          </p:nvPr>
        </p:nvSpPr>
        <p:spPr>
          <a:xfrm>
            <a:off x="-1373046" y="731854"/>
            <a:ext cx="14936822" cy="3769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39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100000">
                      <a:srgbClr val="FFFFFF">
                        <a:alpha val="0"/>
                      </a:srgbClr>
                    </a:gs>
                    <a:gs pos="21000">
                      <a:srgbClr val="FFFFFF">
                        <a:alpha val="47000"/>
                      </a:srgbClr>
                    </a:gs>
                  </a:gsLst>
                  <a:lin ang="5400000" scaled="1"/>
                  <a:tileRect/>
                </a:gradFill>
                <a:effectLst/>
                <a:uLnTx/>
                <a:uFillTx/>
                <a:cs typeface="+mn-ea"/>
                <a:sym typeface="+mn-lt"/>
              </a:rPr>
              <a:t>CONTENT</a:t>
            </a:r>
            <a:endParaRPr kumimoji="0" lang="en-US" altLang="zh-CN" sz="239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100000">
                    <a:srgbClr val="FFFFFF">
                      <a:alpha val="0"/>
                    </a:srgbClr>
                  </a:gs>
                  <a:gs pos="21000">
                    <a:srgbClr val="FFFFFF">
                      <a:alpha val="47000"/>
                    </a:srgbClr>
                  </a:gs>
                </a:gsLst>
                <a:lin ang="5400000" scaled="1"/>
                <a:tileRect/>
              </a:gra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0" name="矩形 49"/>
          <p:cNvSpPr/>
          <p:nvPr>
            <p:custDataLst>
              <p:tags r:id="rId4"/>
            </p:custDataLst>
          </p:nvPr>
        </p:nvSpPr>
        <p:spPr>
          <a:xfrm>
            <a:off x="0" y="4775362"/>
            <a:ext cx="12192000" cy="20828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5" name="矩形: 圆顶角 4"/>
          <p:cNvSpPr/>
          <p:nvPr>
            <p:custDataLst>
              <p:tags r:id="rId5"/>
            </p:custDataLst>
          </p:nvPr>
        </p:nvSpPr>
        <p:spPr>
          <a:xfrm>
            <a:off x="949960" y="2480310"/>
            <a:ext cx="10442575" cy="3578860"/>
          </a:xfrm>
          <a:prstGeom prst="round2SameRect">
            <a:avLst>
              <a:gd name="adj1" fmla="val 9382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673100" dist="190500" dir="5400000" sx="96000" sy="96000" algn="t" rotWithShape="0">
              <a:schemeClr val="accent1">
                <a:lumMod val="50000"/>
                <a:alpha val="2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99" name="图形"/>
          <p:cNvSpPr/>
          <p:nvPr>
            <p:custDataLst>
              <p:tags r:id="rId6"/>
            </p:custDataLst>
          </p:nvPr>
        </p:nvSpPr>
        <p:spPr>
          <a:xfrm rot="2460000">
            <a:off x="1877060" y="2956560"/>
            <a:ext cx="701675" cy="701675"/>
          </a:xfrm>
          <a:prstGeom prst="ellipse">
            <a:avLst/>
          </a:prstGeom>
          <a:gradFill>
            <a:gsLst>
              <a:gs pos="0">
                <a:srgbClr val="B9B9FF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0" name="图形"/>
          <p:cNvSpPr/>
          <p:nvPr>
            <p:custDataLst>
              <p:tags r:id="rId7"/>
            </p:custDataLst>
          </p:nvPr>
        </p:nvSpPr>
        <p:spPr>
          <a:xfrm rot="2460000">
            <a:off x="4303395" y="2956560"/>
            <a:ext cx="701675" cy="701675"/>
          </a:xfrm>
          <a:prstGeom prst="ellipse">
            <a:avLst/>
          </a:prstGeom>
          <a:gradFill>
            <a:gsLst>
              <a:gs pos="0">
                <a:srgbClr val="B9B9FF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1" name="图形"/>
          <p:cNvSpPr/>
          <p:nvPr>
            <p:custDataLst>
              <p:tags r:id="rId8"/>
            </p:custDataLst>
          </p:nvPr>
        </p:nvSpPr>
        <p:spPr>
          <a:xfrm rot="2460000">
            <a:off x="6669405" y="2956560"/>
            <a:ext cx="701675" cy="701675"/>
          </a:xfrm>
          <a:prstGeom prst="ellipse">
            <a:avLst/>
          </a:prstGeom>
          <a:gradFill>
            <a:gsLst>
              <a:gs pos="0">
                <a:srgbClr val="B9B9FF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2" name="图形"/>
          <p:cNvSpPr/>
          <p:nvPr>
            <p:custDataLst>
              <p:tags r:id="rId9"/>
            </p:custDataLst>
          </p:nvPr>
        </p:nvSpPr>
        <p:spPr>
          <a:xfrm rot="2460000">
            <a:off x="9095740" y="2956560"/>
            <a:ext cx="701675" cy="701675"/>
          </a:xfrm>
          <a:prstGeom prst="ellipse">
            <a:avLst/>
          </a:prstGeom>
          <a:gradFill>
            <a:gsLst>
              <a:gs pos="0">
                <a:srgbClr val="B9B9FF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8" name="图形"/>
          <p:cNvSpPr/>
          <p:nvPr>
            <p:custDataLst>
              <p:tags r:id="rId10"/>
            </p:custDataLst>
          </p:nvPr>
        </p:nvSpPr>
        <p:spPr>
          <a:xfrm rot="2460000">
            <a:off x="791210" y="384175"/>
            <a:ext cx="1088390" cy="1088390"/>
          </a:xfrm>
          <a:prstGeom prst="ellipse">
            <a:avLst/>
          </a:prstGeom>
          <a:gradFill>
            <a:gsLst>
              <a:gs pos="0">
                <a:srgbClr val="CDCDFF"/>
              </a:gs>
              <a:gs pos="66000">
                <a:srgbClr val="0048D2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8" name="文本框 47"/>
          <p:cNvSpPr txBox="1"/>
          <p:nvPr>
            <p:custDataLst>
              <p:tags r:id="rId11"/>
            </p:custDataLst>
          </p:nvPr>
        </p:nvSpPr>
        <p:spPr>
          <a:xfrm>
            <a:off x="1203325" y="2753995"/>
            <a:ext cx="2049145" cy="11988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200" b="1" i="0" u="none" strike="noStrike" kern="1200" cap="none" spc="0" normalizeH="0" baseline="0" noProof="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cs typeface="+mn-ea"/>
                <a:sym typeface="+mn-lt"/>
              </a:rPr>
              <a:t>目录</a:t>
            </a:r>
            <a:endParaRPr kumimoji="0" lang="zh-CN" altLang="en-US" sz="7200" b="1" i="0" u="none" strike="noStrike" kern="1200" cap="none" spc="0" normalizeH="0" baseline="0" noProof="0" dirty="0">
              <a:solidFill>
                <a:schemeClr val="accent1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cs typeface="+mn-ea"/>
              <a:sym typeface="+mn-lt"/>
            </a:endParaRPr>
          </a:p>
        </p:txBody>
      </p:sp>
      <p:cxnSp>
        <p:nvCxnSpPr>
          <p:cNvPr id="56" name="直接连接符 55"/>
          <p:cNvCxnSpPr/>
          <p:nvPr>
            <p:custDataLst>
              <p:tags r:id="rId12"/>
            </p:custDataLst>
          </p:nvPr>
        </p:nvCxnSpPr>
        <p:spPr>
          <a:xfrm>
            <a:off x="875030" y="5977255"/>
            <a:ext cx="10442575" cy="0"/>
          </a:xfrm>
          <a:prstGeom prst="line">
            <a:avLst/>
          </a:prstGeom>
          <a:ln w="28575">
            <a:solidFill>
              <a:srgbClr val="1143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组合 61"/>
          <p:cNvGrpSpPr/>
          <p:nvPr>
            <p:custDataLst>
              <p:tags r:id="rId13"/>
            </p:custDataLst>
          </p:nvPr>
        </p:nvGrpSpPr>
        <p:grpSpPr>
          <a:xfrm>
            <a:off x="3913505" y="4371340"/>
            <a:ext cx="1898650" cy="579120"/>
            <a:chOff x="802642" y="1561345"/>
            <a:chExt cx="1889439" cy="617976"/>
          </a:xfrm>
        </p:grpSpPr>
        <p:sp>
          <p:nvSpPr>
            <p:cNvPr id="63" name="椭圆 16"/>
            <p:cNvSpPr/>
            <p:nvPr>
              <p:custDataLst>
                <p:tags r:id="rId14"/>
              </p:custDataLst>
            </p:nvPr>
          </p:nvSpPr>
          <p:spPr>
            <a:xfrm>
              <a:off x="828467" y="1561345"/>
              <a:ext cx="1863614" cy="6179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5694CB">
                    <a:lumMod val="9000"/>
                    <a:lumOff val="91000"/>
                  </a:srgbClr>
                </a:gs>
                <a:gs pos="0">
                  <a:srgbClr val="2A599F">
                    <a:alpha val="0"/>
                    <a:lumMod val="0"/>
                    <a:lumOff val="100000"/>
                  </a:srgbClr>
                </a:gs>
              </a:gsLst>
              <a:lin ang="2700000" scaled="1"/>
              <a:tileRect/>
            </a:gradFill>
            <a:ln w="19050">
              <a:gradFill flip="none" rotWithShape="1">
                <a:gsLst>
                  <a:gs pos="0">
                    <a:schemeClr val="accent1">
                      <a:lumMod val="20000"/>
                      <a:lumOff val="80000"/>
                    </a:schemeClr>
                  </a:gs>
                  <a:gs pos="99000">
                    <a:schemeClr val="accent1">
                      <a:lumMod val="21000"/>
                      <a:lumOff val="79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25400" dist="12700" dir="2700000" algn="tl" rotWithShape="0">
                <a:srgbClr val="78A6D3">
                  <a:alpha val="1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4" name="椭圆 12"/>
            <p:cNvSpPr/>
            <p:nvPr>
              <p:custDataLst>
                <p:tags r:id="rId15"/>
              </p:custDataLst>
            </p:nvPr>
          </p:nvSpPr>
          <p:spPr>
            <a:xfrm>
              <a:off x="802642" y="1561345"/>
              <a:ext cx="1863614" cy="6179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chemeClr val="accent1">
                    <a:lumMod val="20000"/>
                    <a:lumOff val="80000"/>
                  </a:schemeClr>
                </a:gs>
                <a:gs pos="0">
                  <a:schemeClr val="accent1">
                    <a:lumMod val="60000"/>
                    <a:lumOff val="40000"/>
                  </a:schemeClr>
                </a:gs>
              </a:gsLst>
              <a:lin ang="2700000" scaled="1"/>
              <a:tileRect/>
            </a:gradFill>
            <a:ln w="6350">
              <a:gradFill flip="none" rotWithShape="1">
                <a:gsLst>
                  <a:gs pos="21800">
                    <a:srgbClr val="F3F6FB"/>
                  </a:gs>
                  <a:gs pos="0">
                    <a:schemeClr val="accent1">
                      <a:lumMod val="0"/>
                      <a:lumOff val="100000"/>
                    </a:schemeClr>
                  </a:gs>
                  <a:gs pos="71440">
                    <a:srgbClr val="D7E1F2"/>
                  </a:gs>
                  <a:gs pos="99000">
                    <a:schemeClr val="accent1">
                      <a:lumMod val="0"/>
                      <a:lumOff val="100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76200" dist="76200" dir="2700000" sx="102000" sy="102000" algn="tl" rotWithShape="0">
                <a:schemeClr val="accent1">
                  <a:lumMod val="60000"/>
                  <a:lumOff val="40000"/>
                  <a:alpha val="17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5" name="椭圆 13"/>
            <p:cNvSpPr/>
            <p:nvPr>
              <p:custDataLst>
                <p:tags r:id="rId16"/>
              </p:custDataLst>
            </p:nvPr>
          </p:nvSpPr>
          <p:spPr>
            <a:xfrm>
              <a:off x="802642" y="1561345"/>
              <a:ext cx="1863614" cy="617976"/>
            </a:xfrm>
            <a:prstGeom prst="roundRect">
              <a:avLst>
                <a:gd name="adj" fmla="val 50000"/>
              </a:avLst>
            </a:prstGeom>
            <a:gradFill>
              <a:gsLst>
                <a:gs pos="4000">
                  <a:schemeClr val="accent1">
                    <a:lumMod val="11000"/>
                    <a:lumOff val="89000"/>
                  </a:schemeClr>
                </a:gs>
                <a:gs pos="71440">
                  <a:schemeClr val="accent1">
                    <a:lumMod val="20000"/>
                    <a:lumOff val="80000"/>
                  </a:schemeClr>
                </a:gs>
                <a:gs pos="99000">
                  <a:schemeClr val="accent1">
                    <a:lumMod val="0"/>
                    <a:lumOff val="100000"/>
                  </a:schemeClr>
                </a:gs>
              </a:gsLst>
              <a:lin ang="2700000" scaled="1"/>
            </a:gradFill>
            <a:ln w="6350">
              <a:gradFill flip="none" rotWithShape="1">
                <a:gsLst>
                  <a:gs pos="21800">
                    <a:srgbClr val="F3F6FB"/>
                  </a:gs>
                  <a:gs pos="0">
                    <a:schemeClr val="accent1">
                      <a:lumMod val="0"/>
                      <a:lumOff val="100000"/>
                    </a:schemeClr>
                  </a:gs>
                  <a:gs pos="71440">
                    <a:schemeClr val="accent1">
                      <a:lumMod val="60000"/>
                      <a:lumOff val="40000"/>
                    </a:schemeClr>
                  </a:gs>
                  <a:gs pos="99000">
                    <a:schemeClr val="accent1">
                      <a:lumMod val="0"/>
                      <a:lumOff val="100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50800" dist="12700" dir="2700000" sx="101000" sy="101000" algn="tl" rotWithShape="0">
                <a:schemeClr val="bg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6" name="椭圆 15"/>
            <p:cNvSpPr/>
            <p:nvPr>
              <p:custDataLst>
                <p:tags r:id="rId17"/>
              </p:custDataLst>
            </p:nvPr>
          </p:nvSpPr>
          <p:spPr>
            <a:xfrm>
              <a:off x="843808" y="1586561"/>
              <a:ext cx="1781282" cy="56754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0027C0"/>
                </a:gs>
                <a:gs pos="0">
                  <a:srgbClr val="1143FF"/>
                </a:gs>
              </a:gsLst>
              <a:lin ang="2700000" scaled="1"/>
              <a:tileRect/>
            </a:gra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73" name="文本框 72"/>
          <p:cNvSpPr txBox="1"/>
          <p:nvPr>
            <p:custDataLst>
              <p:tags r:id="rId18"/>
            </p:custDataLst>
          </p:nvPr>
        </p:nvSpPr>
        <p:spPr>
          <a:xfrm>
            <a:off x="4050665" y="4381500"/>
            <a:ext cx="1524000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项目介绍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140" name="组合 139"/>
          <p:cNvGrpSpPr/>
          <p:nvPr>
            <p:custDataLst>
              <p:tags r:id="rId19"/>
            </p:custDataLst>
          </p:nvPr>
        </p:nvGrpSpPr>
        <p:grpSpPr>
          <a:xfrm>
            <a:off x="6598920" y="4392930"/>
            <a:ext cx="1898650" cy="579120"/>
            <a:chOff x="802642" y="1561345"/>
            <a:chExt cx="1889439" cy="617976"/>
          </a:xfrm>
        </p:grpSpPr>
        <p:sp>
          <p:nvSpPr>
            <p:cNvPr id="142" name="椭圆 16"/>
            <p:cNvSpPr/>
            <p:nvPr>
              <p:custDataLst>
                <p:tags r:id="rId20"/>
              </p:custDataLst>
            </p:nvPr>
          </p:nvSpPr>
          <p:spPr>
            <a:xfrm>
              <a:off x="828467" y="1561345"/>
              <a:ext cx="1863614" cy="6179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5694CB">
                    <a:lumMod val="9000"/>
                    <a:lumOff val="91000"/>
                  </a:srgbClr>
                </a:gs>
                <a:gs pos="0">
                  <a:srgbClr val="2A599F">
                    <a:alpha val="0"/>
                    <a:lumMod val="0"/>
                    <a:lumOff val="100000"/>
                  </a:srgbClr>
                </a:gs>
              </a:gsLst>
              <a:lin ang="2700000" scaled="1"/>
              <a:tileRect/>
            </a:gradFill>
            <a:ln w="19050">
              <a:gradFill flip="none" rotWithShape="1">
                <a:gsLst>
                  <a:gs pos="0">
                    <a:schemeClr val="accent1">
                      <a:lumMod val="20000"/>
                      <a:lumOff val="80000"/>
                    </a:schemeClr>
                  </a:gs>
                  <a:gs pos="99000">
                    <a:schemeClr val="accent1">
                      <a:lumMod val="21000"/>
                      <a:lumOff val="79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25400" dist="12700" dir="2700000" algn="tl" rotWithShape="0">
                <a:srgbClr val="78A6D3">
                  <a:alpha val="1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43" name="椭圆 12"/>
            <p:cNvSpPr/>
            <p:nvPr>
              <p:custDataLst>
                <p:tags r:id="rId21"/>
              </p:custDataLst>
            </p:nvPr>
          </p:nvSpPr>
          <p:spPr>
            <a:xfrm>
              <a:off x="802642" y="1561345"/>
              <a:ext cx="1863614" cy="6179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chemeClr val="accent1">
                    <a:lumMod val="20000"/>
                    <a:lumOff val="80000"/>
                  </a:schemeClr>
                </a:gs>
                <a:gs pos="0">
                  <a:schemeClr val="accent1">
                    <a:lumMod val="60000"/>
                    <a:lumOff val="40000"/>
                  </a:schemeClr>
                </a:gs>
              </a:gsLst>
              <a:lin ang="2700000" scaled="1"/>
              <a:tileRect/>
            </a:gradFill>
            <a:ln w="6350">
              <a:gradFill flip="none" rotWithShape="1">
                <a:gsLst>
                  <a:gs pos="21800">
                    <a:srgbClr val="F3F6FB"/>
                  </a:gs>
                  <a:gs pos="0">
                    <a:schemeClr val="accent1">
                      <a:lumMod val="0"/>
                      <a:lumOff val="100000"/>
                    </a:schemeClr>
                  </a:gs>
                  <a:gs pos="71440">
                    <a:srgbClr val="D7E1F2"/>
                  </a:gs>
                  <a:gs pos="99000">
                    <a:schemeClr val="accent1">
                      <a:lumMod val="0"/>
                      <a:lumOff val="100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76200" dist="76200" dir="2700000" sx="102000" sy="102000" algn="tl" rotWithShape="0">
                <a:schemeClr val="accent1">
                  <a:lumMod val="60000"/>
                  <a:lumOff val="40000"/>
                  <a:alpha val="17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44" name="椭圆 13"/>
            <p:cNvSpPr/>
            <p:nvPr>
              <p:custDataLst>
                <p:tags r:id="rId22"/>
              </p:custDataLst>
            </p:nvPr>
          </p:nvSpPr>
          <p:spPr>
            <a:xfrm>
              <a:off x="802642" y="1561345"/>
              <a:ext cx="1863614" cy="617976"/>
            </a:xfrm>
            <a:prstGeom prst="roundRect">
              <a:avLst>
                <a:gd name="adj" fmla="val 50000"/>
              </a:avLst>
            </a:prstGeom>
            <a:gradFill>
              <a:gsLst>
                <a:gs pos="4000">
                  <a:schemeClr val="accent1">
                    <a:lumMod val="11000"/>
                    <a:lumOff val="89000"/>
                  </a:schemeClr>
                </a:gs>
                <a:gs pos="71440">
                  <a:schemeClr val="accent1">
                    <a:lumMod val="20000"/>
                    <a:lumOff val="80000"/>
                  </a:schemeClr>
                </a:gs>
                <a:gs pos="99000">
                  <a:schemeClr val="accent1">
                    <a:lumMod val="0"/>
                    <a:lumOff val="100000"/>
                  </a:schemeClr>
                </a:gs>
              </a:gsLst>
              <a:lin ang="2700000" scaled="1"/>
            </a:gradFill>
            <a:ln w="6350">
              <a:gradFill flip="none" rotWithShape="1">
                <a:gsLst>
                  <a:gs pos="21800">
                    <a:srgbClr val="F3F6FB"/>
                  </a:gs>
                  <a:gs pos="0">
                    <a:schemeClr val="accent1">
                      <a:lumMod val="0"/>
                      <a:lumOff val="100000"/>
                    </a:schemeClr>
                  </a:gs>
                  <a:gs pos="71440">
                    <a:schemeClr val="accent1">
                      <a:lumMod val="60000"/>
                      <a:lumOff val="40000"/>
                    </a:schemeClr>
                  </a:gs>
                  <a:gs pos="99000">
                    <a:schemeClr val="accent1">
                      <a:lumMod val="0"/>
                      <a:lumOff val="100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50800" dist="12700" dir="2700000" sx="101000" sy="101000" algn="tl" rotWithShape="0">
                <a:schemeClr val="bg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7" name="椭圆 15"/>
            <p:cNvSpPr/>
            <p:nvPr>
              <p:custDataLst>
                <p:tags r:id="rId23"/>
              </p:custDataLst>
            </p:nvPr>
          </p:nvSpPr>
          <p:spPr>
            <a:xfrm>
              <a:off x="843808" y="1586561"/>
              <a:ext cx="1781282" cy="56754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0027C0"/>
                </a:gs>
                <a:gs pos="0">
                  <a:srgbClr val="1143FF"/>
                </a:gs>
              </a:gsLst>
              <a:lin ang="2700000" scaled="1"/>
              <a:tileRect/>
            </a:gra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141" name="文本框 140"/>
          <p:cNvSpPr txBox="1"/>
          <p:nvPr>
            <p:custDataLst>
              <p:tags r:id="rId24"/>
            </p:custDataLst>
          </p:nvPr>
        </p:nvSpPr>
        <p:spPr>
          <a:xfrm>
            <a:off x="6732270" y="4391025"/>
            <a:ext cx="1524000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成员任务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151" name="组合 150"/>
          <p:cNvGrpSpPr/>
          <p:nvPr>
            <p:custDataLst>
              <p:tags r:id="rId25"/>
            </p:custDataLst>
          </p:nvPr>
        </p:nvGrpSpPr>
        <p:grpSpPr>
          <a:xfrm>
            <a:off x="9155430" y="4392930"/>
            <a:ext cx="1898650" cy="579120"/>
            <a:chOff x="802642" y="1561345"/>
            <a:chExt cx="1889439" cy="617976"/>
          </a:xfrm>
        </p:grpSpPr>
        <p:sp>
          <p:nvSpPr>
            <p:cNvPr id="153" name="椭圆 16"/>
            <p:cNvSpPr/>
            <p:nvPr>
              <p:custDataLst>
                <p:tags r:id="rId26"/>
              </p:custDataLst>
            </p:nvPr>
          </p:nvSpPr>
          <p:spPr>
            <a:xfrm>
              <a:off x="828467" y="1561345"/>
              <a:ext cx="1863614" cy="6179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5694CB">
                    <a:lumMod val="9000"/>
                    <a:lumOff val="91000"/>
                  </a:srgbClr>
                </a:gs>
                <a:gs pos="0">
                  <a:srgbClr val="2A599F">
                    <a:alpha val="0"/>
                    <a:lumMod val="0"/>
                    <a:lumOff val="100000"/>
                  </a:srgbClr>
                </a:gs>
              </a:gsLst>
              <a:lin ang="2700000" scaled="1"/>
              <a:tileRect/>
            </a:gradFill>
            <a:ln w="19050">
              <a:gradFill flip="none" rotWithShape="1">
                <a:gsLst>
                  <a:gs pos="0">
                    <a:schemeClr val="accent1">
                      <a:lumMod val="20000"/>
                      <a:lumOff val="80000"/>
                    </a:schemeClr>
                  </a:gs>
                  <a:gs pos="99000">
                    <a:schemeClr val="accent1">
                      <a:lumMod val="21000"/>
                      <a:lumOff val="79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25400" dist="12700" dir="2700000" algn="tl" rotWithShape="0">
                <a:srgbClr val="78A6D3">
                  <a:alpha val="1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4" name="椭圆 12"/>
            <p:cNvSpPr/>
            <p:nvPr>
              <p:custDataLst>
                <p:tags r:id="rId27"/>
              </p:custDataLst>
            </p:nvPr>
          </p:nvSpPr>
          <p:spPr>
            <a:xfrm>
              <a:off x="802642" y="1561345"/>
              <a:ext cx="1863614" cy="6179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chemeClr val="accent1">
                    <a:lumMod val="20000"/>
                    <a:lumOff val="80000"/>
                  </a:schemeClr>
                </a:gs>
                <a:gs pos="0">
                  <a:schemeClr val="accent1">
                    <a:lumMod val="60000"/>
                    <a:lumOff val="40000"/>
                  </a:schemeClr>
                </a:gs>
              </a:gsLst>
              <a:lin ang="2700000" scaled="1"/>
              <a:tileRect/>
            </a:gradFill>
            <a:ln w="6350">
              <a:gradFill flip="none" rotWithShape="1">
                <a:gsLst>
                  <a:gs pos="21800">
                    <a:srgbClr val="F3F6FB"/>
                  </a:gs>
                  <a:gs pos="0">
                    <a:schemeClr val="accent1">
                      <a:lumMod val="0"/>
                      <a:lumOff val="100000"/>
                    </a:schemeClr>
                  </a:gs>
                  <a:gs pos="71440">
                    <a:srgbClr val="D7E1F2"/>
                  </a:gs>
                  <a:gs pos="99000">
                    <a:schemeClr val="accent1">
                      <a:lumMod val="0"/>
                      <a:lumOff val="100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76200" dist="76200" dir="2700000" sx="102000" sy="102000" algn="tl" rotWithShape="0">
                <a:schemeClr val="accent1">
                  <a:lumMod val="60000"/>
                  <a:lumOff val="40000"/>
                  <a:alpha val="17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5" name="椭圆 13"/>
            <p:cNvSpPr/>
            <p:nvPr>
              <p:custDataLst>
                <p:tags r:id="rId28"/>
              </p:custDataLst>
            </p:nvPr>
          </p:nvSpPr>
          <p:spPr>
            <a:xfrm>
              <a:off x="802642" y="1561345"/>
              <a:ext cx="1863614" cy="617976"/>
            </a:xfrm>
            <a:prstGeom prst="roundRect">
              <a:avLst>
                <a:gd name="adj" fmla="val 50000"/>
              </a:avLst>
            </a:prstGeom>
            <a:gradFill>
              <a:gsLst>
                <a:gs pos="4000">
                  <a:schemeClr val="accent1">
                    <a:lumMod val="11000"/>
                    <a:lumOff val="89000"/>
                  </a:schemeClr>
                </a:gs>
                <a:gs pos="71440">
                  <a:schemeClr val="accent1">
                    <a:lumMod val="20000"/>
                    <a:lumOff val="80000"/>
                  </a:schemeClr>
                </a:gs>
                <a:gs pos="99000">
                  <a:schemeClr val="accent1">
                    <a:lumMod val="0"/>
                    <a:lumOff val="100000"/>
                  </a:schemeClr>
                </a:gs>
              </a:gsLst>
              <a:lin ang="2700000" scaled="1"/>
            </a:gradFill>
            <a:ln w="6350">
              <a:gradFill flip="none" rotWithShape="1">
                <a:gsLst>
                  <a:gs pos="21800">
                    <a:srgbClr val="F3F6FB"/>
                  </a:gs>
                  <a:gs pos="0">
                    <a:schemeClr val="accent1">
                      <a:lumMod val="0"/>
                      <a:lumOff val="100000"/>
                    </a:schemeClr>
                  </a:gs>
                  <a:gs pos="71440">
                    <a:schemeClr val="accent1">
                      <a:lumMod val="60000"/>
                      <a:lumOff val="40000"/>
                    </a:schemeClr>
                  </a:gs>
                  <a:gs pos="99000">
                    <a:schemeClr val="accent1">
                      <a:lumMod val="0"/>
                      <a:lumOff val="100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50800" dist="12700" dir="2700000" sx="101000" sy="101000" algn="tl" rotWithShape="0">
                <a:schemeClr val="bg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6" name="椭圆 15"/>
            <p:cNvSpPr/>
            <p:nvPr>
              <p:custDataLst>
                <p:tags r:id="rId29"/>
              </p:custDataLst>
            </p:nvPr>
          </p:nvSpPr>
          <p:spPr>
            <a:xfrm>
              <a:off x="843808" y="1586561"/>
              <a:ext cx="1781282" cy="56754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0027C0"/>
                </a:gs>
                <a:gs pos="0">
                  <a:srgbClr val="1143FF"/>
                </a:gs>
              </a:gsLst>
              <a:lin ang="2700000" scaled="1"/>
              <a:tileRect/>
            </a:gra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152" name="文本框 151"/>
          <p:cNvSpPr txBox="1"/>
          <p:nvPr>
            <p:custDataLst>
              <p:tags r:id="rId30"/>
            </p:custDataLst>
          </p:nvPr>
        </p:nvSpPr>
        <p:spPr>
          <a:xfrm>
            <a:off x="9329420" y="4392930"/>
            <a:ext cx="1524000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实训心得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92" name="组合 91"/>
          <p:cNvGrpSpPr/>
          <p:nvPr>
            <p:custDataLst>
              <p:tags r:id="rId31"/>
            </p:custDataLst>
          </p:nvPr>
        </p:nvGrpSpPr>
        <p:grpSpPr>
          <a:xfrm>
            <a:off x="4539615" y="2974975"/>
            <a:ext cx="8621395" cy="977900"/>
            <a:chOff x="3270" y="5010"/>
            <a:chExt cx="12519" cy="1540"/>
          </a:xfrm>
        </p:grpSpPr>
        <p:grpSp>
          <p:nvGrpSpPr>
            <p:cNvPr id="57" name="组合 56"/>
            <p:cNvGrpSpPr>
              <a:grpSpLocks noChangeAspect="1"/>
            </p:cNvGrpSpPr>
            <p:nvPr/>
          </p:nvGrpSpPr>
          <p:grpSpPr>
            <a:xfrm>
              <a:off x="3270" y="5010"/>
              <a:ext cx="794" cy="1540"/>
              <a:chOff x="712983" y="864880"/>
              <a:chExt cx="952154" cy="1847145"/>
            </a:xfrm>
            <a:effectLst>
              <a:outerShdw blurRad="76200" dir="18900000" sy="23000" kx="-1200000" algn="bl" rotWithShape="0">
                <a:schemeClr val="accent1">
                  <a:lumMod val="50000"/>
                  <a:alpha val="20000"/>
                </a:schemeClr>
              </a:outerShdw>
            </a:effectLst>
          </p:grpSpPr>
          <p:sp>
            <p:nvSpPr>
              <p:cNvPr id="58" name="任意多边形: 形状 187"/>
              <p:cNvSpPr/>
              <p:nvPr>
                <p:custDataLst>
                  <p:tags r:id="rId32"/>
                </p:custDataLst>
              </p:nvPr>
            </p:nvSpPr>
            <p:spPr>
              <a:xfrm>
                <a:off x="712983" y="864880"/>
                <a:ext cx="952153" cy="1847145"/>
              </a:xfrm>
              <a:custGeom>
                <a:avLst/>
                <a:gdLst>
                  <a:gd name="connsiteX0" fmla="*/ 569986 w 952153"/>
                  <a:gd name="connsiteY0" fmla="*/ 493225 h 1847145"/>
                  <a:gd name="connsiteX1" fmla="*/ 437697 w 952153"/>
                  <a:gd name="connsiteY1" fmla="*/ 579785 h 1847145"/>
                  <a:gd name="connsiteX2" fmla="*/ 0 w 952153"/>
                  <a:gd name="connsiteY2" fmla="*/ 485060 h 1847145"/>
                  <a:gd name="connsiteX3" fmla="*/ 0 w 952153"/>
                  <a:gd name="connsiteY3" fmla="*/ 485060 h 1847145"/>
                  <a:gd name="connsiteX4" fmla="*/ 610816 w 952153"/>
                  <a:gd name="connsiteY4" fmla="*/ 0 h 1847145"/>
                  <a:gd name="connsiteX5" fmla="*/ 952154 w 952153"/>
                  <a:gd name="connsiteY5" fmla="*/ 0 h 1847145"/>
                  <a:gd name="connsiteX6" fmla="*/ 952154 w 952153"/>
                  <a:gd name="connsiteY6" fmla="*/ 1847146 h 1847145"/>
                  <a:gd name="connsiteX7" fmla="*/ 952154 w 952153"/>
                  <a:gd name="connsiteY7" fmla="*/ 1847146 h 1847145"/>
                  <a:gd name="connsiteX8" fmla="*/ 569986 w 952153"/>
                  <a:gd name="connsiteY8" fmla="*/ 1464978 h 1847145"/>
                  <a:gd name="connsiteX9" fmla="*/ 569986 w 952153"/>
                  <a:gd name="connsiteY9" fmla="*/ 493225 h 1847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52153" h="1847145">
                    <a:moveTo>
                      <a:pt x="569986" y="493225"/>
                    </a:moveTo>
                    <a:lnTo>
                      <a:pt x="437697" y="579785"/>
                    </a:lnTo>
                    <a:cubicBezTo>
                      <a:pt x="290709" y="674510"/>
                      <a:pt x="94725" y="632047"/>
                      <a:pt x="0" y="485060"/>
                    </a:cubicBezTo>
                    <a:lnTo>
                      <a:pt x="0" y="485060"/>
                    </a:lnTo>
                    <a:lnTo>
                      <a:pt x="610816" y="0"/>
                    </a:lnTo>
                    <a:lnTo>
                      <a:pt x="952154" y="0"/>
                    </a:lnTo>
                    <a:lnTo>
                      <a:pt x="952154" y="1847146"/>
                    </a:lnTo>
                    <a:lnTo>
                      <a:pt x="952154" y="1847146"/>
                    </a:lnTo>
                    <a:cubicBezTo>
                      <a:pt x="741471" y="1847146"/>
                      <a:pt x="569986" y="1675660"/>
                      <a:pt x="569986" y="1464978"/>
                    </a:cubicBezTo>
                    <a:lnTo>
                      <a:pt x="569986" y="493225"/>
                    </a:lnTo>
                    <a:close/>
                  </a:path>
                </a:pathLst>
              </a:custGeom>
              <a:gradFill>
                <a:gsLst>
                  <a:gs pos="98000">
                    <a:srgbClr val="1143FF"/>
                  </a:gs>
                  <a:gs pos="0">
                    <a:srgbClr val="B9B9FF"/>
                  </a:gs>
                </a:gsLst>
                <a:lin ang="5400000" scaled="1"/>
              </a:gradFill>
              <a:ln w="3793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9" name="任意多边形: 形状 188"/>
              <p:cNvSpPr/>
              <p:nvPr>
                <p:custDataLst>
                  <p:tags r:id="rId33"/>
                </p:custDataLst>
              </p:nvPr>
            </p:nvSpPr>
            <p:spPr>
              <a:xfrm>
                <a:off x="1282969" y="1306546"/>
                <a:ext cx="382168" cy="1405479"/>
              </a:xfrm>
              <a:custGeom>
                <a:avLst/>
                <a:gdLst>
                  <a:gd name="connsiteX0" fmla="*/ 0 w 382168"/>
                  <a:gd name="connsiteY0" fmla="*/ 1023312 h 1405479"/>
                  <a:gd name="connsiteX1" fmla="*/ 382168 w 382168"/>
                  <a:gd name="connsiteY1" fmla="*/ 1405480 h 1405479"/>
                  <a:gd name="connsiteX2" fmla="*/ 382168 w 382168"/>
                  <a:gd name="connsiteY2" fmla="*/ 236111 h 1405479"/>
                  <a:gd name="connsiteX3" fmla="*/ 0 w 382168"/>
                  <a:gd name="connsiteY3" fmla="*/ 51559 h 1405479"/>
                  <a:gd name="connsiteX4" fmla="*/ 0 w 382168"/>
                  <a:gd name="connsiteY4" fmla="*/ 51559 h 1405479"/>
                  <a:gd name="connsiteX5" fmla="*/ 0 w 382168"/>
                  <a:gd name="connsiteY5" fmla="*/ 1023312 h 140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2168" h="1405479">
                    <a:moveTo>
                      <a:pt x="0" y="1023312"/>
                    </a:moveTo>
                    <a:cubicBezTo>
                      <a:pt x="0" y="1233994"/>
                      <a:pt x="171486" y="1405480"/>
                      <a:pt x="382168" y="1405480"/>
                    </a:cubicBezTo>
                    <a:lnTo>
                      <a:pt x="382168" y="236111"/>
                    </a:lnTo>
                    <a:cubicBezTo>
                      <a:pt x="382168" y="38494"/>
                      <a:pt x="155154" y="-70930"/>
                      <a:pt x="0" y="51559"/>
                    </a:cubicBezTo>
                    <a:lnTo>
                      <a:pt x="0" y="51559"/>
                    </a:lnTo>
                    <a:lnTo>
                      <a:pt x="0" y="1023312"/>
                    </a:lnTo>
                    <a:close/>
                  </a:path>
                </a:pathLst>
              </a:custGeom>
              <a:gradFill flip="none" rotWithShape="1">
                <a:gsLst>
                  <a:gs pos="98000">
                    <a:srgbClr val="022ACD"/>
                  </a:gs>
                  <a:gs pos="21000">
                    <a:srgbClr val="1143FF"/>
                  </a:gs>
                </a:gsLst>
                <a:lin ang="0" scaled="0"/>
              </a:gradFill>
              <a:ln w="3793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grpSp>
          <p:nvGrpSpPr>
            <p:cNvPr id="172" name="组合 171"/>
            <p:cNvGrpSpPr>
              <a:grpSpLocks noChangeAspect="1"/>
            </p:cNvGrpSpPr>
            <p:nvPr/>
          </p:nvGrpSpPr>
          <p:grpSpPr>
            <a:xfrm>
              <a:off x="6988" y="5010"/>
              <a:ext cx="1121" cy="1540"/>
              <a:chOff x="2849204" y="833850"/>
              <a:chExt cx="1368619" cy="1879809"/>
            </a:xfrm>
            <a:effectLst>
              <a:outerShdw blurRad="76200" dir="18900000" sy="23000" kx="-1200000" algn="bl" rotWithShape="0">
                <a:schemeClr val="accent1">
                  <a:lumMod val="50000"/>
                  <a:alpha val="20000"/>
                </a:schemeClr>
              </a:outerShdw>
            </a:effectLst>
          </p:grpSpPr>
          <p:sp>
            <p:nvSpPr>
              <p:cNvPr id="173" name="任意多边形: 形状 172"/>
              <p:cNvSpPr/>
              <p:nvPr>
                <p:custDataLst>
                  <p:tags r:id="rId34"/>
                </p:custDataLst>
              </p:nvPr>
            </p:nvSpPr>
            <p:spPr>
              <a:xfrm>
                <a:off x="2849204" y="838709"/>
                <a:ext cx="1368618" cy="1874950"/>
              </a:xfrm>
              <a:custGeom>
                <a:avLst/>
                <a:gdLst>
                  <a:gd name="connsiteX0" fmla="*/ 0 w 1368618"/>
                  <a:gd name="connsiteY0" fmla="*/ 1873317 h 1874950"/>
                  <a:gd name="connsiteX1" fmla="*/ 186185 w 1368618"/>
                  <a:gd name="connsiteY1" fmla="*/ 1476451 h 1874950"/>
                  <a:gd name="connsiteX2" fmla="*/ 909691 w 1368618"/>
                  <a:gd name="connsiteY2" fmla="*/ 591258 h 1874950"/>
                  <a:gd name="connsiteX3" fmla="*/ 638580 w 1368618"/>
                  <a:gd name="connsiteY3" fmla="*/ 343012 h 1874950"/>
                  <a:gd name="connsiteX4" fmla="*/ 442596 w 1368618"/>
                  <a:gd name="connsiteY4" fmla="*/ 388741 h 1874950"/>
                  <a:gd name="connsiteX5" fmla="*/ 29398 w 1368618"/>
                  <a:gd name="connsiteY5" fmla="*/ 289116 h 1874950"/>
                  <a:gd name="connsiteX6" fmla="*/ 27764 w 1368618"/>
                  <a:gd name="connsiteY6" fmla="*/ 287483 h 1874950"/>
                  <a:gd name="connsiteX7" fmla="*/ 669611 w 1368618"/>
                  <a:gd name="connsiteY7" fmla="*/ 41 h 1874950"/>
                  <a:gd name="connsiteX8" fmla="*/ 1311457 w 1368618"/>
                  <a:gd name="connsiteY8" fmla="*/ 556961 h 1874950"/>
                  <a:gd name="connsiteX9" fmla="*/ 615715 w 1368618"/>
                  <a:gd name="connsiteY9" fmla="*/ 1535246 h 1874950"/>
                  <a:gd name="connsiteX10" fmla="*/ 1028914 w 1368618"/>
                  <a:gd name="connsiteY10" fmla="*/ 1535246 h 1874950"/>
                  <a:gd name="connsiteX11" fmla="*/ 1368619 w 1368618"/>
                  <a:gd name="connsiteY11" fmla="*/ 1874951 h 1874950"/>
                  <a:gd name="connsiteX12" fmla="*/ 1368619 w 1368618"/>
                  <a:gd name="connsiteY12" fmla="*/ 1874951 h 1874950"/>
                  <a:gd name="connsiteX13" fmla="*/ 0 w 1368618"/>
                  <a:gd name="connsiteY13" fmla="*/ 1874951 h 1874950"/>
                  <a:gd name="connsiteX14" fmla="*/ 0 w 1368618"/>
                  <a:gd name="connsiteY14" fmla="*/ 1873317 h 1874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368618" h="1874950">
                    <a:moveTo>
                      <a:pt x="0" y="1873317"/>
                    </a:moveTo>
                    <a:cubicBezTo>
                      <a:pt x="0" y="1719797"/>
                      <a:pt x="68594" y="1574442"/>
                      <a:pt x="186185" y="1476451"/>
                    </a:cubicBezTo>
                    <a:cubicBezTo>
                      <a:pt x="681043" y="1063252"/>
                      <a:pt x="909691" y="805207"/>
                      <a:pt x="909691" y="591258"/>
                    </a:cubicBezTo>
                    <a:cubicBezTo>
                      <a:pt x="909691" y="457336"/>
                      <a:pt x="821498" y="343012"/>
                      <a:pt x="638580" y="343012"/>
                    </a:cubicBezTo>
                    <a:cubicBezTo>
                      <a:pt x="579785" y="343012"/>
                      <a:pt x="514457" y="357711"/>
                      <a:pt x="442596" y="388741"/>
                    </a:cubicBezTo>
                    <a:cubicBezTo>
                      <a:pt x="297242" y="454069"/>
                      <a:pt x="127389" y="414873"/>
                      <a:pt x="29398" y="289116"/>
                    </a:cubicBezTo>
                    <a:lnTo>
                      <a:pt x="27764" y="287483"/>
                    </a:lnTo>
                    <a:cubicBezTo>
                      <a:pt x="253145" y="42504"/>
                      <a:pt x="529156" y="41"/>
                      <a:pt x="669611" y="41"/>
                    </a:cubicBezTo>
                    <a:cubicBezTo>
                      <a:pt x="1020748" y="-3226"/>
                      <a:pt x="1311457" y="191125"/>
                      <a:pt x="1311457" y="556961"/>
                    </a:cubicBezTo>
                    <a:cubicBezTo>
                      <a:pt x="1311457" y="908098"/>
                      <a:pt x="958686" y="1278834"/>
                      <a:pt x="615715" y="1535246"/>
                    </a:cubicBezTo>
                    <a:lnTo>
                      <a:pt x="1028914" y="1535246"/>
                    </a:lnTo>
                    <a:cubicBezTo>
                      <a:pt x="1216732" y="1535246"/>
                      <a:pt x="1368619" y="1687133"/>
                      <a:pt x="1368619" y="1874951"/>
                    </a:cubicBezTo>
                    <a:lnTo>
                      <a:pt x="1368619" y="1874951"/>
                    </a:lnTo>
                    <a:lnTo>
                      <a:pt x="0" y="1874951"/>
                    </a:lnTo>
                    <a:lnTo>
                      <a:pt x="0" y="1873317"/>
                    </a:lnTo>
                    <a:close/>
                  </a:path>
                </a:pathLst>
              </a:custGeom>
              <a:gradFill flip="none" rotWithShape="1">
                <a:gsLst>
                  <a:gs pos="98000">
                    <a:srgbClr val="1143FF"/>
                  </a:gs>
                  <a:gs pos="0">
                    <a:srgbClr val="B9B9FF"/>
                  </a:gs>
                </a:gsLst>
                <a:lin ang="0" scaled="0"/>
              </a:gradFill>
              <a:ln w="1632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74" name="任意多边形: 形状 173"/>
              <p:cNvSpPr/>
              <p:nvPr>
                <p:custDataLst>
                  <p:tags r:id="rId35"/>
                </p:custDataLst>
              </p:nvPr>
            </p:nvSpPr>
            <p:spPr>
              <a:xfrm>
                <a:off x="2876969" y="833850"/>
                <a:ext cx="1014815" cy="924389"/>
              </a:xfrm>
              <a:custGeom>
                <a:avLst/>
                <a:gdLst>
                  <a:gd name="connsiteX0" fmla="*/ 0 w 1014815"/>
                  <a:gd name="connsiteY0" fmla="*/ 290709 h 924389"/>
                  <a:gd name="connsiteX1" fmla="*/ 1633 w 1014815"/>
                  <a:gd name="connsiteY1" fmla="*/ 292342 h 924389"/>
                  <a:gd name="connsiteX2" fmla="*/ 414832 w 1014815"/>
                  <a:gd name="connsiteY2" fmla="*/ 391967 h 924389"/>
                  <a:gd name="connsiteX3" fmla="*/ 610816 w 1014815"/>
                  <a:gd name="connsiteY3" fmla="*/ 346238 h 924389"/>
                  <a:gd name="connsiteX4" fmla="*/ 881926 w 1014815"/>
                  <a:gd name="connsiteY4" fmla="*/ 594484 h 924389"/>
                  <a:gd name="connsiteX5" fmla="*/ 736572 w 1014815"/>
                  <a:gd name="connsiteY5" fmla="*/ 924389 h 924389"/>
                  <a:gd name="connsiteX6" fmla="*/ 1002783 w 1014815"/>
                  <a:gd name="connsiteY6" fmla="*/ 463828 h 924389"/>
                  <a:gd name="connsiteX7" fmla="*/ 648379 w 1014815"/>
                  <a:gd name="connsiteY7" fmla="*/ 0 h 924389"/>
                  <a:gd name="connsiteX8" fmla="*/ 645113 w 1014815"/>
                  <a:gd name="connsiteY8" fmla="*/ 0 h 924389"/>
                  <a:gd name="connsiteX9" fmla="*/ 0 w 1014815"/>
                  <a:gd name="connsiteY9" fmla="*/ 290709 h 924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14815" h="924389">
                    <a:moveTo>
                      <a:pt x="0" y="290709"/>
                    </a:moveTo>
                    <a:lnTo>
                      <a:pt x="1633" y="292342"/>
                    </a:lnTo>
                    <a:cubicBezTo>
                      <a:pt x="99625" y="418098"/>
                      <a:pt x="269477" y="457295"/>
                      <a:pt x="414832" y="391967"/>
                    </a:cubicBezTo>
                    <a:cubicBezTo>
                      <a:pt x="485060" y="360937"/>
                      <a:pt x="552021" y="346238"/>
                      <a:pt x="610816" y="346238"/>
                    </a:cubicBezTo>
                    <a:cubicBezTo>
                      <a:pt x="793734" y="346238"/>
                      <a:pt x="881926" y="460562"/>
                      <a:pt x="881926" y="594484"/>
                    </a:cubicBezTo>
                    <a:cubicBezTo>
                      <a:pt x="881926" y="692476"/>
                      <a:pt x="834564" y="798633"/>
                      <a:pt x="736572" y="924389"/>
                    </a:cubicBezTo>
                    <a:cubicBezTo>
                      <a:pt x="736572" y="924389"/>
                      <a:pt x="930922" y="739838"/>
                      <a:pt x="1002783" y="463828"/>
                    </a:cubicBezTo>
                    <a:cubicBezTo>
                      <a:pt x="1063211" y="231914"/>
                      <a:pt x="888459" y="1633"/>
                      <a:pt x="648379" y="0"/>
                    </a:cubicBezTo>
                    <a:cubicBezTo>
                      <a:pt x="646746" y="0"/>
                      <a:pt x="645113" y="0"/>
                      <a:pt x="645113" y="0"/>
                    </a:cubicBezTo>
                    <a:cubicBezTo>
                      <a:pt x="501392" y="1633"/>
                      <a:pt x="225381" y="45730"/>
                      <a:pt x="0" y="290709"/>
                    </a:cubicBezTo>
                    <a:close/>
                  </a:path>
                </a:pathLst>
              </a:custGeom>
              <a:gradFill flip="none" rotWithShape="1">
                <a:gsLst>
                  <a:gs pos="98000">
                    <a:srgbClr val="022ACD"/>
                  </a:gs>
                  <a:gs pos="21000">
                    <a:srgbClr val="1143FF"/>
                  </a:gs>
                </a:gsLst>
                <a:lin ang="0" scaled="0"/>
              </a:gradFill>
              <a:ln w="1632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75" name="任意多边形: 形状 174"/>
              <p:cNvSpPr/>
              <p:nvPr>
                <p:custDataLst>
                  <p:tags r:id="rId36"/>
                </p:custDataLst>
              </p:nvPr>
            </p:nvSpPr>
            <p:spPr>
              <a:xfrm>
                <a:off x="3401587" y="2372321"/>
                <a:ext cx="816236" cy="339704"/>
              </a:xfrm>
              <a:custGeom>
                <a:avLst/>
                <a:gdLst>
                  <a:gd name="connsiteX0" fmla="*/ 476532 w 816236"/>
                  <a:gd name="connsiteY0" fmla="*/ 0 h 339704"/>
                  <a:gd name="connsiteX1" fmla="*/ 63333 w 816236"/>
                  <a:gd name="connsiteY1" fmla="*/ 0 h 339704"/>
                  <a:gd name="connsiteX2" fmla="*/ 63333 w 816236"/>
                  <a:gd name="connsiteY2" fmla="*/ 0 h 339704"/>
                  <a:gd name="connsiteX3" fmla="*/ 195622 w 816236"/>
                  <a:gd name="connsiteY3" fmla="*/ 339705 h 339704"/>
                  <a:gd name="connsiteX4" fmla="*/ 816237 w 816236"/>
                  <a:gd name="connsiteY4" fmla="*/ 339705 h 339704"/>
                  <a:gd name="connsiteX5" fmla="*/ 476532 w 816236"/>
                  <a:gd name="connsiteY5" fmla="*/ 0 h 339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16236" h="339704">
                    <a:moveTo>
                      <a:pt x="476532" y="0"/>
                    </a:moveTo>
                    <a:lnTo>
                      <a:pt x="63333" y="0"/>
                    </a:lnTo>
                    <a:lnTo>
                      <a:pt x="63333" y="0"/>
                    </a:lnTo>
                    <a:cubicBezTo>
                      <a:pt x="-67323" y="120856"/>
                      <a:pt x="17604" y="339705"/>
                      <a:pt x="195622" y="339705"/>
                    </a:cubicBezTo>
                    <a:lnTo>
                      <a:pt x="816237" y="339705"/>
                    </a:lnTo>
                    <a:cubicBezTo>
                      <a:pt x="816237" y="151887"/>
                      <a:pt x="664349" y="0"/>
                      <a:pt x="476532" y="0"/>
                    </a:cubicBezTo>
                    <a:close/>
                  </a:path>
                </a:pathLst>
              </a:custGeom>
              <a:gradFill flip="none" rotWithShape="1">
                <a:gsLst>
                  <a:gs pos="98000">
                    <a:srgbClr val="022ACD"/>
                  </a:gs>
                  <a:gs pos="0">
                    <a:srgbClr val="0027C0"/>
                  </a:gs>
                </a:gsLst>
                <a:lin ang="0" scaled="0"/>
              </a:gradFill>
              <a:ln w="1632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grpSp>
          <p:nvGrpSpPr>
            <p:cNvPr id="68" name="组合 67"/>
            <p:cNvGrpSpPr>
              <a:grpSpLocks noChangeAspect="1"/>
            </p:cNvGrpSpPr>
            <p:nvPr/>
          </p:nvGrpSpPr>
          <p:grpSpPr>
            <a:xfrm>
              <a:off x="10757" y="5010"/>
              <a:ext cx="1149" cy="1540"/>
              <a:chOff x="5243471" y="864880"/>
              <a:chExt cx="1399649" cy="1876544"/>
            </a:xfrm>
            <a:effectLst>
              <a:outerShdw blurRad="76200" dir="18900000" sy="23000" kx="-1200000" algn="bl" rotWithShape="0">
                <a:schemeClr val="accent1">
                  <a:lumMod val="50000"/>
                  <a:alpha val="20000"/>
                </a:schemeClr>
              </a:outerShdw>
            </a:effectLst>
          </p:grpSpPr>
          <p:sp>
            <p:nvSpPr>
              <p:cNvPr id="69" name="任意多边形: 形状 176"/>
              <p:cNvSpPr/>
              <p:nvPr>
                <p:custDataLst>
                  <p:tags r:id="rId37"/>
                </p:custDataLst>
              </p:nvPr>
            </p:nvSpPr>
            <p:spPr>
              <a:xfrm>
                <a:off x="5243471" y="864880"/>
                <a:ext cx="1399649" cy="1873369"/>
              </a:xfrm>
              <a:custGeom>
                <a:avLst/>
                <a:gdLst>
                  <a:gd name="connsiteX0" fmla="*/ 0 w 1399649"/>
                  <a:gd name="connsiteY0" fmla="*/ 1659328 h 1873369"/>
                  <a:gd name="connsiteX1" fmla="*/ 0 w 1399649"/>
                  <a:gd name="connsiteY1" fmla="*/ 1659328 h 1873369"/>
                  <a:gd name="connsiteX2" fmla="*/ 377269 w 1399649"/>
                  <a:gd name="connsiteY2" fmla="*/ 1513974 h 1873369"/>
                  <a:gd name="connsiteX3" fmla="*/ 601017 w 1399649"/>
                  <a:gd name="connsiteY3" fmla="*/ 1545004 h 1873369"/>
                  <a:gd name="connsiteX4" fmla="*/ 1002783 w 1399649"/>
                  <a:gd name="connsiteY4" fmla="*/ 1236330 h 1873369"/>
                  <a:gd name="connsiteX5" fmla="*/ 638580 w 1399649"/>
                  <a:gd name="connsiteY5" fmla="*/ 971752 h 1873369"/>
                  <a:gd name="connsiteX6" fmla="*/ 375635 w 1399649"/>
                  <a:gd name="connsiteY6" fmla="*/ 1037080 h 1873369"/>
                  <a:gd name="connsiteX7" fmla="*/ 375635 w 1399649"/>
                  <a:gd name="connsiteY7" fmla="*/ 1037080 h 1873369"/>
                  <a:gd name="connsiteX8" fmla="*/ 445863 w 1399649"/>
                  <a:gd name="connsiteY8" fmla="*/ 645113 h 1873369"/>
                  <a:gd name="connsiteX9" fmla="*/ 806800 w 1399649"/>
                  <a:gd name="connsiteY9" fmla="*/ 339705 h 1873369"/>
                  <a:gd name="connsiteX10" fmla="*/ 432797 w 1399649"/>
                  <a:gd name="connsiteY10" fmla="*/ 339705 h 1873369"/>
                  <a:gd name="connsiteX11" fmla="*/ 93092 w 1399649"/>
                  <a:gd name="connsiteY11" fmla="*/ 0 h 1873369"/>
                  <a:gd name="connsiteX12" fmla="*/ 93092 w 1399649"/>
                  <a:gd name="connsiteY12" fmla="*/ 0 h 1873369"/>
                  <a:gd name="connsiteX13" fmla="*/ 1296759 w 1399649"/>
                  <a:gd name="connsiteY13" fmla="*/ 0 h 1873369"/>
                  <a:gd name="connsiteX14" fmla="*/ 1296759 w 1399649"/>
                  <a:gd name="connsiteY14" fmla="*/ 0 h 1873369"/>
                  <a:gd name="connsiteX15" fmla="*/ 1050146 w 1399649"/>
                  <a:gd name="connsiteY15" fmla="*/ 543855 h 1873369"/>
                  <a:gd name="connsiteX16" fmla="*/ 857428 w 1399649"/>
                  <a:gd name="connsiteY16" fmla="*/ 712074 h 1873369"/>
                  <a:gd name="connsiteX17" fmla="*/ 1006049 w 1399649"/>
                  <a:gd name="connsiteY17" fmla="*/ 739838 h 1873369"/>
                  <a:gd name="connsiteX18" fmla="*/ 1399650 w 1399649"/>
                  <a:gd name="connsiteY18" fmla="*/ 1249396 h 1873369"/>
                  <a:gd name="connsiteX19" fmla="*/ 635314 w 1399649"/>
                  <a:gd name="connsiteY19" fmla="*/ 1873277 h 1873369"/>
                  <a:gd name="connsiteX20" fmla="*/ 0 w 1399649"/>
                  <a:gd name="connsiteY20" fmla="*/ 1659328 h 1873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399649" h="1873369">
                    <a:moveTo>
                      <a:pt x="0" y="1659328"/>
                    </a:moveTo>
                    <a:lnTo>
                      <a:pt x="0" y="1659328"/>
                    </a:lnTo>
                    <a:cubicBezTo>
                      <a:pt x="78394" y="1531939"/>
                      <a:pt x="233547" y="1471510"/>
                      <a:pt x="377269" y="1513974"/>
                    </a:cubicBezTo>
                    <a:cubicBezTo>
                      <a:pt x="450762" y="1535205"/>
                      <a:pt x="527523" y="1545004"/>
                      <a:pt x="601017" y="1545004"/>
                    </a:cubicBezTo>
                    <a:cubicBezTo>
                      <a:pt x="841096" y="1545004"/>
                      <a:pt x="1002783" y="1425781"/>
                      <a:pt x="1002783" y="1236330"/>
                    </a:cubicBezTo>
                    <a:cubicBezTo>
                      <a:pt x="1002783" y="1090976"/>
                      <a:pt x="868861" y="971752"/>
                      <a:pt x="638580" y="971752"/>
                    </a:cubicBezTo>
                    <a:cubicBezTo>
                      <a:pt x="543855" y="971752"/>
                      <a:pt x="467094" y="986451"/>
                      <a:pt x="375635" y="1037080"/>
                    </a:cubicBezTo>
                    <a:lnTo>
                      <a:pt x="375635" y="1037080"/>
                    </a:lnTo>
                    <a:cubicBezTo>
                      <a:pt x="300509" y="906424"/>
                      <a:pt x="329906" y="741471"/>
                      <a:pt x="445863" y="645113"/>
                    </a:cubicBezTo>
                    <a:lnTo>
                      <a:pt x="806800" y="339705"/>
                    </a:lnTo>
                    <a:lnTo>
                      <a:pt x="432797" y="339705"/>
                    </a:lnTo>
                    <a:cubicBezTo>
                      <a:pt x="244980" y="339705"/>
                      <a:pt x="93092" y="187818"/>
                      <a:pt x="93092" y="0"/>
                    </a:cubicBezTo>
                    <a:lnTo>
                      <a:pt x="93092" y="0"/>
                    </a:lnTo>
                    <a:lnTo>
                      <a:pt x="1296759" y="0"/>
                    </a:lnTo>
                    <a:lnTo>
                      <a:pt x="1296759" y="0"/>
                    </a:lnTo>
                    <a:cubicBezTo>
                      <a:pt x="1296759" y="209049"/>
                      <a:pt x="1206933" y="406666"/>
                      <a:pt x="1050146" y="543855"/>
                    </a:cubicBezTo>
                    <a:lnTo>
                      <a:pt x="857428" y="712074"/>
                    </a:lnTo>
                    <a:cubicBezTo>
                      <a:pt x="908057" y="715340"/>
                      <a:pt x="957053" y="726773"/>
                      <a:pt x="1006049" y="739838"/>
                    </a:cubicBezTo>
                    <a:cubicBezTo>
                      <a:pt x="1234697" y="805166"/>
                      <a:pt x="1399650" y="988084"/>
                      <a:pt x="1399650" y="1249396"/>
                    </a:cubicBezTo>
                    <a:cubicBezTo>
                      <a:pt x="1399650" y="1669127"/>
                      <a:pt x="1051779" y="1873277"/>
                      <a:pt x="635314" y="1873277"/>
                    </a:cubicBezTo>
                    <a:cubicBezTo>
                      <a:pt x="367469" y="1876543"/>
                      <a:pt x="145355" y="1793250"/>
                      <a:pt x="0" y="1659328"/>
                    </a:cubicBezTo>
                    <a:close/>
                  </a:path>
                </a:pathLst>
              </a:custGeom>
              <a:gradFill flip="none" rotWithShape="1">
                <a:gsLst>
                  <a:gs pos="98000">
                    <a:srgbClr val="1143FF"/>
                  </a:gs>
                  <a:gs pos="0">
                    <a:srgbClr val="B9B9FF"/>
                  </a:gs>
                </a:gsLst>
                <a:lin ang="5400000" scaled="1"/>
                <a:tileRect/>
              </a:gradFill>
              <a:ln w="1632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71" name="任意多边形: 形状 177"/>
              <p:cNvSpPr/>
              <p:nvPr>
                <p:custDataLst>
                  <p:tags r:id="rId38"/>
                </p:custDataLst>
              </p:nvPr>
            </p:nvSpPr>
            <p:spPr>
              <a:xfrm>
                <a:off x="5338196" y="864880"/>
                <a:ext cx="780894" cy="339704"/>
              </a:xfrm>
              <a:custGeom>
                <a:avLst/>
                <a:gdLst>
                  <a:gd name="connsiteX0" fmla="*/ 0 w 780894"/>
                  <a:gd name="connsiteY0" fmla="*/ 0 h 339704"/>
                  <a:gd name="connsiteX1" fmla="*/ 339705 w 780894"/>
                  <a:gd name="connsiteY1" fmla="*/ 339705 h 339704"/>
                  <a:gd name="connsiteX2" fmla="*/ 713707 w 780894"/>
                  <a:gd name="connsiteY2" fmla="*/ 339705 h 339704"/>
                  <a:gd name="connsiteX3" fmla="*/ 713707 w 780894"/>
                  <a:gd name="connsiteY3" fmla="*/ 339705 h 339704"/>
                  <a:gd name="connsiteX4" fmla="*/ 586318 w 780894"/>
                  <a:gd name="connsiteY4" fmla="*/ 0 h 339704"/>
                  <a:gd name="connsiteX5" fmla="*/ 0 w 780894"/>
                  <a:gd name="connsiteY5" fmla="*/ 0 h 339704"/>
                  <a:gd name="connsiteX6" fmla="*/ 0 w 780894"/>
                  <a:gd name="connsiteY6" fmla="*/ 0 h 339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0894" h="339704">
                    <a:moveTo>
                      <a:pt x="0" y="0"/>
                    </a:moveTo>
                    <a:cubicBezTo>
                      <a:pt x="0" y="187818"/>
                      <a:pt x="151887" y="339705"/>
                      <a:pt x="339705" y="339705"/>
                    </a:cubicBezTo>
                    <a:lnTo>
                      <a:pt x="713707" y="339705"/>
                    </a:lnTo>
                    <a:lnTo>
                      <a:pt x="713707" y="339705"/>
                    </a:lnTo>
                    <a:cubicBezTo>
                      <a:pt x="849262" y="222115"/>
                      <a:pt x="765969" y="0"/>
                      <a:pt x="586318" y="0"/>
                    </a:cubicBez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98000">
                    <a:srgbClr val="1143FF"/>
                  </a:gs>
                  <a:gs pos="0">
                    <a:srgbClr val="CDCDFF"/>
                  </a:gs>
                </a:gsLst>
                <a:lin ang="0" scaled="0"/>
              </a:gradFill>
              <a:ln w="1632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72" name="任意多边形: 形状 178"/>
              <p:cNvSpPr/>
              <p:nvPr>
                <p:custDataLst>
                  <p:tags r:id="rId39"/>
                </p:custDataLst>
              </p:nvPr>
            </p:nvSpPr>
            <p:spPr>
              <a:xfrm>
                <a:off x="5243471" y="1819493"/>
                <a:ext cx="1399649" cy="921931"/>
              </a:xfrm>
              <a:custGeom>
                <a:avLst/>
                <a:gdLst>
                  <a:gd name="connsiteX0" fmla="*/ 1399650 w 1399649"/>
                  <a:gd name="connsiteY0" fmla="*/ 296417 h 921931"/>
                  <a:gd name="connsiteX1" fmla="*/ 638580 w 1399649"/>
                  <a:gd name="connsiteY1" fmla="*/ 17140 h 921931"/>
                  <a:gd name="connsiteX2" fmla="*/ 1002783 w 1399649"/>
                  <a:gd name="connsiteY2" fmla="*/ 281718 h 921931"/>
                  <a:gd name="connsiteX3" fmla="*/ 601017 w 1399649"/>
                  <a:gd name="connsiteY3" fmla="*/ 590392 h 921931"/>
                  <a:gd name="connsiteX4" fmla="*/ 377269 w 1399649"/>
                  <a:gd name="connsiteY4" fmla="*/ 559361 h 921931"/>
                  <a:gd name="connsiteX5" fmla="*/ 0 w 1399649"/>
                  <a:gd name="connsiteY5" fmla="*/ 704716 h 921931"/>
                  <a:gd name="connsiteX6" fmla="*/ 635314 w 1399649"/>
                  <a:gd name="connsiteY6" fmla="*/ 921931 h 921931"/>
                  <a:gd name="connsiteX7" fmla="*/ 1399650 w 1399649"/>
                  <a:gd name="connsiteY7" fmla="*/ 296417 h 921931"/>
                  <a:gd name="connsiteX8" fmla="*/ 1399650 w 1399649"/>
                  <a:gd name="connsiteY8" fmla="*/ 296417 h 9219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99649" h="921931">
                    <a:moveTo>
                      <a:pt x="1399650" y="296417"/>
                    </a:moveTo>
                    <a:cubicBezTo>
                      <a:pt x="1128539" y="-103717"/>
                      <a:pt x="638580" y="17140"/>
                      <a:pt x="638580" y="17140"/>
                    </a:cubicBezTo>
                    <a:cubicBezTo>
                      <a:pt x="868861" y="17140"/>
                      <a:pt x="1002783" y="136363"/>
                      <a:pt x="1002783" y="281718"/>
                    </a:cubicBezTo>
                    <a:cubicBezTo>
                      <a:pt x="1002783" y="469535"/>
                      <a:pt x="841096" y="590392"/>
                      <a:pt x="601017" y="590392"/>
                    </a:cubicBezTo>
                    <a:cubicBezTo>
                      <a:pt x="527523" y="590392"/>
                      <a:pt x="450762" y="580593"/>
                      <a:pt x="377269" y="559361"/>
                    </a:cubicBezTo>
                    <a:cubicBezTo>
                      <a:pt x="233547" y="516898"/>
                      <a:pt x="78394" y="577327"/>
                      <a:pt x="0" y="704716"/>
                    </a:cubicBezTo>
                    <a:cubicBezTo>
                      <a:pt x="145355" y="838638"/>
                      <a:pt x="367469" y="921931"/>
                      <a:pt x="635314" y="921931"/>
                    </a:cubicBezTo>
                    <a:cubicBezTo>
                      <a:pt x="1051779" y="921931"/>
                      <a:pt x="1399650" y="716148"/>
                      <a:pt x="1399650" y="296417"/>
                    </a:cubicBezTo>
                    <a:cubicBezTo>
                      <a:pt x="1399650" y="296417"/>
                      <a:pt x="1399650" y="296417"/>
                      <a:pt x="1399650" y="296417"/>
                    </a:cubicBezTo>
                    <a:close/>
                  </a:path>
                </a:pathLst>
              </a:custGeom>
              <a:gradFill flip="none" rotWithShape="1">
                <a:gsLst>
                  <a:gs pos="98000">
                    <a:srgbClr val="022ACD"/>
                  </a:gs>
                  <a:gs pos="21000">
                    <a:srgbClr val="1143FF"/>
                  </a:gs>
                </a:gsLst>
                <a:lin ang="0" scaled="0"/>
              </a:gradFill>
              <a:ln w="1632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grpSp>
          <p:nvGrpSpPr>
            <p:cNvPr id="76" name="组合 75"/>
            <p:cNvGrpSpPr>
              <a:grpSpLocks noChangeAspect="1"/>
            </p:cNvGrpSpPr>
            <p:nvPr/>
          </p:nvGrpSpPr>
          <p:grpSpPr>
            <a:xfrm>
              <a:off x="14507" y="5010"/>
              <a:ext cx="1283" cy="1540"/>
              <a:chOff x="7655702" y="807719"/>
              <a:chExt cx="1585833" cy="1904307"/>
            </a:xfrm>
            <a:effectLst>
              <a:outerShdw blurRad="76200" dir="18900000" sy="23000" kx="-1200000" algn="bl" rotWithShape="0">
                <a:schemeClr val="accent1">
                  <a:lumMod val="50000"/>
                  <a:alpha val="20000"/>
                </a:schemeClr>
              </a:outerShdw>
            </a:effectLst>
          </p:grpSpPr>
          <p:sp>
            <p:nvSpPr>
              <p:cNvPr id="77" name="任意多边形: 形状 180"/>
              <p:cNvSpPr/>
              <p:nvPr>
                <p:custDataLst>
                  <p:tags r:id="rId40"/>
                </p:custDataLst>
              </p:nvPr>
            </p:nvSpPr>
            <p:spPr>
              <a:xfrm>
                <a:off x="7655702" y="807719"/>
                <a:ext cx="1585833" cy="1904307"/>
              </a:xfrm>
              <a:custGeom>
                <a:avLst/>
                <a:gdLst>
                  <a:gd name="connsiteX0" fmla="*/ 868861 w 1585833"/>
                  <a:gd name="connsiteY0" fmla="*/ 1548271 h 1904307"/>
                  <a:gd name="connsiteX1" fmla="*/ 0 w 1585833"/>
                  <a:gd name="connsiteY1" fmla="*/ 1548271 h 1904307"/>
                  <a:gd name="connsiteX2" fmla="*/ 0 w 1585833"/>
                  <a:gd name="connsiteY2" fmla="*/ 1548271 h 1904307"/>
                  <a:gd name="connsiteX3" fmla="*/ 122490 w 1585833"/>
                  <a:gd name="connsiteY3" fmla="*/ 1059945 h 1904307"/>
                  <a:gd name="connsiteX4" fmla="*/ 692475 w 1585833"/>
                  <a:gd name="connsiteY4" fmla="*/ 0 h 1904307"/>
                  <a:gd name="connsiteX5" fmla="*/ 692475 w 1585833"/>
                  <a:gd name="connsiteY5" fmla="*/ 0 h 1904307"/>
                  <a:gd name="connsiteX6" fmla="*/ 842730 w 1585833"/>
                  <a:gd name="connsiteY6" fmla="*/ 473627 h 1904307"/>
                  <a:gd name="connsiteX7" fmla="*/ 447496 w 1585833"/>
                  <a:gd name="connsiteY7" fmla="*/ 1208566 h 1904307"/>
                  <a:gd name="connsiteX8" fmla="*/ 868861 w 1585833"/>
                  <a:gd name="connsiteY8" fmla="*/ 1208566 h 1904307"/>
                  <a:gd name="connsiteX9" fmla="*/ 868861 w 1585833"/>
                  <a:gd name="connsiteY9" fmla="*/ 1174269 h 1904307"/>
                  <a:gd name="connsiteX10" fmla="*/ 1236330 w 1585833"/>
                  <a:gd name="connsiteY10" fmla="*/ 806799 h 1904307"/>
                  <a:gd name="connsiteX11" fmla="*/ 1236330 w 1585833"/>
                  <a:gd name="connsiteY11" fmla="*/ 806799 h 1904307"/>
                  <a:gd name="connsiteX12" fmla="*/ 1236330 w 1585833"/>
                  <a:gd name="connsiteY12" fmla="*/ 1208566 h 1904307"/>
                  <a:gd name="connsiteX13" fmla="*/ 1585834 w 1585833"/>
                  <a:gd name="connsiteY13" fmla="*/ 1208566 h 1904307"/>
                  <a:gd name="connsiteX14" fmla="*/ 1585834 w 1585833"/>
                  <a:gd name="connsiteY14" fmla="*/ 1208566 h 1904307"/>
                  <a:gd name="connsiteX15" fmla="*/ 1246129 w 1585833"/>
                  <a:gd name="connsiteY15" fmla="*/ 1548271 h 1904307"/>
                  <a:gd name="connsiteX16" fmla="*/ 1236330 w 1585833"/>
                  <a:gd name="connsiteY16" fmla="*/ 1548271 h 1904307"/>
                  <a:gd name="connsiteX17" fmla="*/ 1236330 w 1585833"/>
                  <a:gd name="connsiteY17" fmla="*/ 1904308 h 1904307"/>
                  <a:gd name="connsiteX18" fmla="*/ 1224898 w 1585833"/>
                  <a:gd name="connsiteY18" fmla="*/ 1904308 h 1904307"/>
                  <a:gd name="connsiteX19" fmla="*/ 868861 w 1585833"/>
                  <a:gd name="connsiteY19" fmla="*/ 1548271 h 1904307"/>
                  <a:gd name="connsiteX20" fmla="*/ 868861 w 1585833"/>
                  <a:gd name="connsiteY20" fmla="*/ 1548271 h 1904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585833" h="1904307">
                    <a:moveTo>
                      <a:pt x="868861" y="1548271"/>
                    </a:moveTo>
                    <a:lnTo>
                      <a:pt x="0" y="1548271"/>
                    </a:lnTo>
                    <a:lnTo>
                      <a:pt x="0" y="1548271"/>
                    </a:lnTo>
                    <a:cubicBezTo>
                      <a:pt x="0" y="1378418"/>
                      <a:pt x="42463" y="1210199"/>
                      <a:pt x="122490" y="1059945"/>
                    </a:cubicBezTo>
                    <a:lnTo>
                      <a:pt x="692475" y="0"/>
                    </a:lnTo>
                    <a:lnTo>
                      <a:pt x="692475" y="0"/>
                    </a:lnTo>
                    <a:cubicBezTo>
                      <a:pt x="867228" y="88193"/>
                      <a:pt x="935822" y="302141"/>
                      <a:pt x="842730" y="473627"/>
                    </a:cubicBezTo>
                    <a:lnTo>
                      <a:pt x="447496" y="1208566"/>
                    </a:lnTo>
                    <a:lnTo>
                      <a:pt x="868861" y="1208566"/>
                    </a:lnTo>
                    <a:lnTo>
                      <a:pt x="868861" y="1174269"/>
                    </a:lnTo>
                    <a:cubicBezTo>
                      <a:pt x="868861" y="971752"/>
                      <a:pt x="1033813" y="806799"/>
                      <a:pt x="1236330" y="806799"/>
                    </a:cubicBezTo>
                    <a:lnTo>
                      <a:pt x="1236330" y="806799"/>
                    </a:lnTo>
                    <a:lnTo>
                      <a:pt x="1236330" y="1208566"/>
                    </a:lnTo>
                    <a:lnTo>
                      <a:pt x="1585834" y="1208566"/>
                    </a:lnTo>
                    <a:lnTo>
                      <a:pt x="1585834" y="1208566"/>
                    </a:lnTo>
                    <a:cubicBezTo>
                      <a:pt x="1585834" y="1396383"/>
                      <a:pt x="1433947" y="1548271"/>
                      <a:pt x="1246129" y="1548271"/>
                    </a:cubicBezTo>
                    <a:lnTo>
                      <a:pt x="1236330" y="1548271"/>
                    </a:lnTo>
                    <a:lnTo>
                      <a:pt x="1236330" y="1904308"/>
                    </a:lnTo>
                    <a:lnTo>
                      <a:pt x="1224898" y="1904308"/>
                    </a:lnTo>
                    <a:cubicBezTo>
                      <a:pt x="1028914" y="1904308"/>
                      <a:pt x="868861" y="1744254"/>
                      <a:pt x="868861" y="1548271"/>
                    </a:cubicBezTo>
                    <a:lnTo>
                      <a:pt x="868861" y="1548271"/>
                    </a:lnTo>
                    <a:close/>
                  </a:path>
                </a:pathLst>
              </a:custGeom>
              <a:gradFill flip="none" rotWithShape="1">
                <a:gsLst>
                  <a:gs pos="98000">
                    <a:srgbClr val="1143FF"/>
                  </a:gs>
                  <a:gs pos="0">
                    <a:srgbClr val="B9B9FF"/>
                  </a:gs>
                </a:gsLst>
                <a:lin ang="10800000" scaled="1"/>
                <a:tileRect/>
              </a:gradFill>
              <a:ln w="1632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78" name="任意多边形: 形状 181"/>
              <p:cNvSpPr/>
              <p:nvPr>
                <p:custDataLst>
                  <p:tags r:id="rId41"/>
                </p:custDataLst>
              </p:nvPr>
            </p:nvSpPr>
            <p:spPr>
              <a:xfrm>
                <a:off x="7864794" y="807719"/>
                <a:ext cx="675270" cy="1208565"/>
              </a:xfrm>
              <a:custGeom>
                <a:avLst/>
                <a:gdLst>
                  <a:gd name="connsiteX0" fmla="*/ 238404 w 675270"/>
                  <a:gd name="connsiteY0" fmla="*/ 1208566 h 1208565"/>
                  <a:gd name="connsiteX1" fmla="*/ 238404 w 675270"/>
                  <a:gd name="connsiteY1" fmla="*/ 1208566 h 1208565"/>
                  <a:gd name="connsiteX2" fmla="*/ 633638 w 675270"/>
                  <a:gd name="connsiteY2" fmla="*/ 473627 h 1208565"/>
                  <a:gd name="connsiteX3" fmla="*/ 483383 w 675270"/>
                  <a:gd name="connsiteY3" fmla="*/ 0 h 1208565"/>
                  <a:gd name="connsiteX4" fmla="*/ 483383 w 675270"/>
                  <a:gd name="connsiteY4" fmla="*/ 0 h 1208565"/>
                  <a:gd name="connsiteX5" fmla="*/ 27722 w 675270"/>
                  <a:gd name="connsiteY5" fmla="*/ 860695 h 1208565"/>
                  <a:gd name="connsiteX6" fmla="*/ 238404 w 675270"/>
                  <a:gd name="connsiteY6" fmla="*/ 1208566 h 1208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270" h="1208565">
                    <a:moveTo>
                      <a:pt x="238404" y="1208566"/>
                    </a:moveTo>
                    <a:lnTo>
                      <a:pt x="238404" y="1208566"/>
                    </a:lnTo>
                    <a:lnTo>
                      <a:pt x="633638" y="473627"/>
                    </a:lnTo>
                    <a:cubicBezTo>
                      <a:pt x="726730" y="302141"/>
                      <a:pt x="658136" y="86559"/>
                      <a:pt x="483383" y="0"/>
                    </a:cubicBezTo>
                    <a:lnTo>
                      <a:pt x="483383" y="0"/>
                    </a:lnTo>
                    <a:cubicBezTo>
                      <a:pt x="483383" y="0"/>
                      <a:pt x="215539" y="503025"/>
                      <a:pt x="27722" y="860695"/>
                    </a:cubicBezTo>
                    <a:cubicBezTo>
                      <a:pt x="-55571" y="1019115"/>
                      <a:pt x="58752" y="1208566"/>
                      <a:pt x="238404" y="1208566"/>
                    </a:cubicBezTo>
                    <a:close/>
                  </a:path>
                </a:pathLst>
              </a:custGeom>
              <a:gradFill flip="none" rotWithShape="1">
                <a:gsLst>
                  <a:gs pos="98000">
                    <a:srgbClr val="022ACD"/>
                  </a:gs>
                  <a:gs pos="21000">
                    <a:srgbClr val="1143FF"/>
                  </a:gs>
                </a:gsLst>
                <a:lin ang="0" scaled="0"/>
              </a:gradFill>
              <a:ln w="1632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79" name="任意多边形: 形状 182"/>
              <p:cNvSpPr/>
              <p:nvPr>
                <p:custDataLst>
                  <p:tags r:id="rId42"/>
                </p:custDataLst>
              </p:nvPr>
            </p:nvSpPr>
            <p:spPr>
              <a:xfrm>
                <a:off x="8524563" y="1614518"/>
                <a:ext cx="367469" cy="401766"/>
              </a:xfrm>
              <a:custGeom>
                <a:avLst/>
                <a:gdLst>
                  <a:gd name="connsiteX0" fmla="*/ 367469 w 367469"/>
                  <a:gd name="connsiteY0" fmla="*/ 0 h 401766"/>
                  <a:gd name="connsiteX1" fmla="*/ 0 w 367469"/>
                  <a:gd name="connsiteY1" fmla="*/ 367469 h 401766"/>
                  <a:gd name="connsiteX2" fmla="*/ 0 w 367469"/>
                  <a:gd name="connsiteY2" fmla="*/ 401766 h 401766"/>
                  <a:gd name="connsiteX3" fmla="*/ 107791 w 367469"/>
                  <a:gd name="connsiteY3" fmla="*/ 401766 h 401766"/>
                  <a:gd name="connsiteX4" fmla="*/ 367469 w 367469"/>
                  <a:gd name="connsiteY4" fmla="*/ 142088 h 401766"/>
                  <a:gd name="connsiteX5" fmla="*/ 367469 w 367469"/>
                  <a:gd name="connsiteY5" fmla="*/ 0 h 4017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67469" h="401766">
                    <a:moveTo>
                      <a:pt x="367469" y="0"/>
                    </a:moveTo>
                    <a:cubicBezTo>
                      <a:pt x="164952" y="0"/>
                      <a:pt x="0" y="164953"/>
                      <a:pt x="0" y="367469"/>
                    </a:cubicBezTo>
                    <a:lnTo>
                      <a:pt x="0" y="401766"/>
                    </a:lnTo>
                    <a:lnTo>
                      <a:pt x="107791" y="401766"/>
                    </a:lnTo>
                    <a:cubicBezTo>
                      <a:pt x="251512" y="401766"/>
                      <a:pt x="367469" y="285809"/>
                      <a:pt x="367469" y="142088"/>
                    </a:cubicBezTo>
                    <a:lnTo>
                      <a:pt x="367469" y="0"/>
                    </a:lnTo>
                    <a:close/>
                  </a:path>
                </a:pathLst>
              </a:custGeom>
              <a:gradFill flip="none" rotWithShape="1">
                <a:gsLst>
                  <a:gs pos="98000">
                    <a:srgbClr val="022ACD"/>
                  </a:gs>
                  <a:gs pos="0">
                    <a:srgbClr val="0027C0"/>
                  </a:gs>
                </a:gsLst>
                <a:lin ang="0" scaled="0"/>
              </a:gradFill>
              <a:ln w="1632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</p:spTree>
    <p:custDataLst>
      <p:tags r:id="rId43"/>
    </p:custDataLst>
  </p:cSld>
  <p:clrMapOvr>
    <a:masterClrMapping/>
  </p:clrMapOvr>
  <p:transition advTm="2000">
    <p:wheel spokes="2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7" r="10129"/>
          <a:stretch>
            <a:fillRect/>
          </a:stretch>
        </p:blipFill>
        <p:spPr>
          <a:xfrm>
            <a:off x="-3" y="-1"/>
            <a:ext cx="12192003" cy="6858001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143312" y="2530491"/>
            <a:ext cx="367030" cy="3811125"/>
            <a:chOff x="11689987" y="615675"/>
            <a:chExt cx="367030" cy="3811125"/>
          </a:xfrm>
        </p:grpSpPr>
        <p:grpSp>
          <p:nvGrpSpPr>
            <p:cNvPr id="4" name="组合 3"/>
            <p:cNvGrpSpPr/>
            <p:nvPr/>
          </p:nvGrpSpPr>
          <p:grpSpPr>
            <a:xfrm>
              <a:off x="11689987" y="1908421"/>
              <a:ext cx="367030" cy="2518379"/>
              <a:chOff x="11689987" y="1908421"/>
              <a:chExt cx="367030" cy="2518379"/>
            </a:xfrm>
          </p:grpSpPr>
          <p:sp>
            <p:nvSpPr>
              <p:cNvPr id="6" name="文本框 5"/>
              <p:cNvSpPr txBox="1"/>
              <p:nvPr/>
            </p:nvSpPr>
            <p:spPr>
              <a:xfrm>
                <a:off x="11689987" y="1908421"/>
                <a:ext cx="367030" cy="2518379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algn="dist"/>
                <a:r>
                  <a:rPr lang="zh-CN" altLang="en-US" sz="1200" dirty="0">
                    <a:solidFill>
                      <a:schemeClr val="bg1"/>
                    </a:solidFill>
                    <a:latin typeface="Arial" panose="020B0604020202020204"/>
                    <a:ea typeface="微软雅黑" panose="020B0503020204020204" charset="-122"/>
                    <a:sym typeface="Arial" panose="020B0604020202020204"/>
                  </a:rPr>
                  <a:t>深度学习目标检测</a:t>
                </a:r>
                <a:endParaRPr lang="zh-CN" altLang="en-US" sz="1200" dirty="0">
                  <a:solidFill>
                    <a:schemeClr val="bg1"/>
                  </a:solidFill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cxnSp>
            <p:nvCxnSpPr>
              <p:cNvPr id="7" name="直接连接符 6"/>
              <p:cNvCxnSpPr/>
              <p:nvPr/>
            </p:nvCxnSpPr>
            <p:spPr>
              <a:xfrm>
                <a:off x="11790893" y="2149317"/>
                <a:ext cx="150448" cy="89059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接连接符 7"/>
              <p:cNvCxnSpPr/>
              <p:nvPr/>
            </p:nvCxnSpPr>
            <p:spPr>
              <a:xfrm>
                <a:off x="11790893" y="2475938"/>
                <a:ext cx="150448" cy="89059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>
                <a:off x="11790893" y="2802559"/>
                <a:ext cx="150448" cy="89059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>
                <a:off x="11790893" y="3129180"/>
                <a:ext cx="150448" cy="89059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/>
            </p:nvCxnSpPr>
            <p:spPr>
              <a:xfrm>
                <a:off x="11790893" y="3455801"/>
                <a:ext cx="150448" cy="89059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/>
            </p:nvCxnSpPr>
            <p:spPr>
              <a:xfrm>
                <a:off x="11790893" y="3782422"/>
                <a:ext cx="150448" cy="89059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/>
              <p:nvPr/>
            </p:nvCxnSpPr>
            <p:spPr>
              <a:xfrm>
                <a:off x="11790893" y="4109044"/>
                <a:ext cx="150448" cy="89059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" name="直接连接符 4"/>
            <p:cNvCxnSpPr/>
            <p:nvPr/>
          </p:nvCxnSpPr>
          <p:spPr>
            <a:xfrm>
              <a:off x="11848900" y="615675"/>
              <a:ext cx="0" cy="1231900"/>
            </a:xfrm>
            <a:prstGeom prst="line">
              <a:avLst/>
            </a:prstGeom>
            <a:ln>
              <a:solidFill>
                <a:schemeClr val="bg1">
                  <a:alpha val="3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/>
          <p:cNvGrpSpPr/>
          <p:nvPr/>
        </p:nvGrpSpPr>
        <p:grpSpPr>
          <a:xfrm>
            <a:off x="6863208" y="2646356"/>
            <a:ext cx="4633595" cy="1873250"/>
            <a:chOff x="1532484" y="1983975"/>
            <a:chExt cx="4633595" cy="1873250"/>
          </a:xfrm>
        </p:grpSpPr>
        <p:sp>
          <p:nvSpPr>
            <p:cNvPr id="17" name="文本框 16"/>
            <p:cNvSpPr txBox="1"/>
            <p:nvPr/>
          </p:nvSpPr>
          <p:spPr>
            <a:xfrm>
              <a:off x="2205435" y="1983975"/>
              <a:ext cx="396044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6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/>
                  <a:ea typeface="微软雅黑" panose="020B0503020204020204" charset="-122"/>
                  <a:sym typeface="Arial" panose="020B0604020202020204"/>
                </a:rPr>
                <a:t>PART01 </a:t>
              </a:r>
              <a:endParaRPr lang="zh-CN" altLang="en-US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/>
                <a:ea typeface="微软雅黑" panose="020B0503020204020204" charset="-122"/>
                <a:sym typeface="Arial" panose="020B0604020202020204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532484" y="2935205"/>
              <a:ext cx="4633595" cy="922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5400" b="1" dirty="0">
                  <a:solidFill>
                    <a:schemeClr val="bg1"/>
                  </a:solidFill>
                  <a:latin typeface="Arial" panose="020B0604020202020204"/>
                  <a:ea typeface="微软雅黑" panose="020B0503020204020204" charset="-122"/>
                  <a:sym typeface="Arial" panose="020B0604020202020204"/>
                </a:rPr>
                <a:t>项目介绍</a:t>
              </a:r>
              <a:endParaRPr lang="zh-CN" altLang="en-US" sz="5400" b="1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sym typeface="Arial" panose="020B0604020202020204"/>
              </a:endParaRPr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6240015" y="4593349"/>
            <a:ext cx="5256584" cy="344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endParaRPr lang="zh-CN" altLang="en-US" sz="1100" spc="300" dirty="0">
              <a:solidFill>
                <a:schemeClr val="bg1"/>
              </a:solidFill>
              <a:latin typeface="Arial" panose="020B0604020202020204"/>
              <a:ea typeface="微软雅黑" panose="020B0503020204020204" charset="-122"/>
              <a:sym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63354" y="32049"/>
            <a:ext cx="4968199" cy="1102490"/>
            <a:chOff x="479376" y="260648"/>
            <a:chExt cx="4968199" cy="1102490"/>
          </a:xfrm>
        </p:grpSpPr>
        <p:grpSp>
          <p:nvGrpSpPr>
            <p:cNvPr id="3" name="组合 2"/>
            <p:cNvGrpSpPr/>
            <p:nvPr/>
          </p:nvGrpSpPr>
          <p:grpSpPr>
            <a:xfrm>
              <a:off x="1604236" y="438337"/>
              <a:ext cx="3843339" cy="738757"/>
              <a:chOff x="1100533" y="158930"/>
              <a:chExt cx="3843339" cy="738757"/>
            </a:xfrm>
          </p:grpSpPr>
          <p:sp>
            <p:nvSpPr>
              <p:cNvPr id="5" name="图形"/>
              <p:cNvSpPr txBox="1"/>
              <p:nvPr/>
            </p:nvSpPr>
            <p:spPr>
              <a:xfrm>
                <a:off x="1104064" y="158930"/>
                <a:ext cx="3264098" cy="583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 fontAlgn="auto">
                  <a:lnSpc>
                    <a:spcPct val="100000"/>
                  </a:lnSpc>
                  <a:defRPr sz="3200" b="1">
                    <a:ln w="0"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/>
                    <a:ea typeface="微软雅黑" panose="020B0503020204020204" charset="-122"/>
                    <a:cs typeface="阿里巴巴普惠体 2.0 75 SemiBold" panose="00020600040101010101" pitchFamily="18" charset="-122"/>
                  </a:defRPr>
                </a:lvl1pPr>
              </a:lstStyle>
              <a:p>
                <a:r>
                  <a:rPr lang="zh-CN" altLang="en-US" dirty="0">
                    <a:sym typeface="Arial" panose="020B0604020202020204"/>
                  </a:rPr>
                  <a:t>项目</a:t>
                </a:r>
                <a:r>
                  <a:rPr lang="zh-CN" altLang="en-US" dirty="0">
                    <a:sym typeface="Arial" panose="020B0604020202020204"/>
                  </a:rPr>
                  <a:t>介绍</a:t>
                </a:r>
                <a:endParaRPr lang="zh-CN" altLang="en-US" dirty="0">
                  <a:sym typeface="Arial" panose="020B0604020202020204"/>
                </a:endParaRPr>
              </a:p>
            </p:txBody>
          </p:sp>
          <p:sp>
            <p:nvSpPr>
              <p:cNvPr id="6" name="图形"/>
              <p:cNvSpPr txBox="1"/>
              <p:nvPr/>
            </p:nvSpPr>
            <p:spPr>
              <a:xfrm>
                <a:off x="1100533" y="620688"/>
                <a:ext cx="384333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dist" defTabSz="913765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lang="zh-CN" alt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/>
                    <a:ea typeface="微软雅黑" panose="020B0503020204020204" charset="-122"/>
                    <a:cs typeface="字魂58号-创中黑" panose="00000500000000000000" charset="-122"/>
                    <a:sym typeface="Arial" panose="020B0604020202020204"/>
                  </a:rPr>
                  <a:t>Add your text content here</a:t>
                </a:r>
                <a:r>
                  <a:rPr lang="en-US" altLang="zh-CN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/>
                    <a:ea typeface="微软雅黑" panose="020B0503020204020204" charset="-122"/>
                    <a:cs typeface="字魂58号-创中黑" panose="00000500000000000000" charset="-122"/>
                    <a:sym typeface="Arial" panose="020B0604020202020204"/>
                  </a:rPr>
                  <a:t>.</a:t>
                </a:r>
                <a:r>
                  <a:rPr lang="zh-CN" alt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/>
                    <a:ea typeface="微软雅黑" panose="020B0503020204020204" charset="-122"/>
                    <a:cs typeface="字魂58号-创中黑" panose="00000500000000000000" charset="-122"/>
                    <a:sym typeface="Arial" panose="020B0604020202020204"/>
                  </a:rPr>
                  <a:t>Add your text content here</a:t>
                </a:r>
                <a:r>
                  <a:rPr lang="en-US" altLang="zh-CN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/>
                    <a:ea typeface="微软雅黑" panose="020B0503020204020204" charset="-122"/>
                    <a:cs typeface="字魂58号-创中黑" panose="00000500000000000000" charset="-122"/>
                    <a:sym typeface="Arial" panose="020B0604020202020204"/>
                  </a:rPr>
                  <a:t>.</a:t>
                </a:r>
                <a:r>
                  <a:rPr lang="zh-CN" alt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/>
                    <a:ea typeface="微软雅黑" panose="020B0503020204020204" charset="-122"/>
                    <a:cs typeface="字魂58号-创中黑" panose="00000500000000000000" charset="-122"/>
                    <a:sym typeface="Arial" panose="020B0604020202020204"/>
                  </a:rPr>
                  <a:t>Add your text</a:t>
                </a:r>
                <a:r>
                  <a:rPr lang="en-US" altLang="zh-CN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/>
                    <a:ea typeface="微软雅黑" panose="020B0503020204020204" charset="-122"/>
                    <a:cs typeface="字魂58号-创中黑" panose="00000500000000000000" charset="-122"/>
                    <a:sym typeface="Arial" panose="020B0604020202020204"/>
                  </a:rPr>
                  <a:t>.</a:t>
                </a:r>
                <a:endParaRPr lang="en-US" altLang="zh-CN" sz="80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字魂58号-创中黑" panose="00000500000000000000" charset="-122"/>
                  <a:sym typeface="Arial" panose="020B0604020202020204"/>
                </a:endParaRPr>
              </a:p>
            </p:txBody>
          </p:sp>
        </p:grp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9376" y="260648"/>
              <a:ext cx="1102490" cy="1102490"/>
            </a:xfrm>
            <a:prstGeom prst="rect">
              <a:avLst/>
            </a:prstGeom>
          </p:spPr>
        </p:pic>
      </p:grpSp>
      <p:grpSp>
        <p:nvGrpSpPr>
          <p:cNvPr id="31" name="组合 30"/>
          <p:cNvGrpSpPr/>
          <p:nvPr/>
        </p:nvGrpSpPr>
        <p:grpSpPr>
          <a:xfrm>
            <a:off x="7068107" y="1756928"/>
            <a:ext cx="4446896" cy="4288263"/>
            <a:chOff x="7068107" y="1756928"/>
            <a:chExt cx="4446896" cy="4288263"/>
          </a:xfrm>
        </p:grpSpPr>
        <p:grpSp>
          <p:nvGrpSpPr>
            <p:cNvPr id="7" name="Group 4"/>
            <p:cNvGrpSpPr/>
            <p:nvPr/>
          </p:nvGrpSpPr>
          <p:grpSpPr>
            <a:xfrm>
              <a:off x="7320136" y="2215638"/>
              <a:ext cx="2426727" cy="2426723"/>
              <a:chOff x="953424" y="1486519"/>
              <a:chExt cx="2228412" cy="2228408"/>
            </a:xfrm>
          </p:grpSpPr>
          <p:sp>
            <p:nvSpPr>
              <p:cNvPr id="8" name="Freeform 5"/>
              <p:cNvSpPr/>
              <p:nvPr/>
            </p:nvSpPr>
            <p:spPr>
              <a:xfrm>
                <a:off x="953424" y="1486519"/>
                <a:ext cx="2228412" cy="2228408"/>
              </a:xfrm>
              <a:custGeom>
                <a:avLst/>
                <a:gdLst>
                  <a:gd name="connsiteX0" fmla="*/ 1124074 w 1583637"/>
                  <a:gd name="connsiteY0" fmla="*/ 252493 h 1583637"/>
                  <a:gd name="connsiteX1" fmla="*/ 1247256 w 1583637"/>
                  <a:gd name="connsiteY1" fmla="*/ 149126 h 1583637"/>
                  <a:gd name="connsiteX2" fmla="*/ 1345663 w 1583637"/>
                  <a:gd name="connsiteY2" fmla="*/ 231701 h 1583637"/>
                  <a:gd name="connsiteX3" fmla="*/ 1265256 w 1583637"/>
                  <a:gd name="connsiteY3" fmla="*/ 370961 h 1583637"/>
                  <a:gd name="connsiteX4" fmla="*/ 1393012 w 1583637"/>
                  <a:gd name="connsiteY4" fmla="*/ 592241 h 1583637"/>
                  <a:gd name="connsiteX5" fmla="*/ 1553818 w 1583637"/>
                  <a:gd name="connsiteY5" fmla="*/ 592237 h 1583637"/>
                  <a:gd name="connsiteX6" fmla="*/ 1576125 w 1583637"/>
                  <a:gd name="connsiteY6" fmla="*/ 718748 h 1583637"/>
                  <a:gd name="connsiteX7" fmla="*/ 1425015 w 1583637"/>
                  <a:gd name="connsiteY7" fmla="*/ 773743 h 1583637"/>
                  <a:gd name="connsiteX8" fmla="*/ 1380646 w 1583637"/>
                  <a:gd name="connsiteY8" fmla="*/ 1025372 h 1583637"/>
                  <a:gd name="connsiteX9" fmla="*/ 1503833 w 1583637"/>
                  <a:gd name="connsiteY9" fmla="*/ 1128733 h 1583637"/>
                  <a:gd name="connsiteX10" fmla="*/ 1439602 w 1583637"/>
                  <a:gd name="connsiteY10" fmla="*/ 1239984 h 1583637"/>
                  <a:gd name="connsiteX11" fmla="*/ 1288495 w 1583637"/>
                  <a:gd name="connsiteY11" fmla="*/ 1184982 h 1583637"/>
                  <a:gd name="connsiteX12" fmla="*/ 1092761 w 1583637"/>
                  <a:gd name="connsiteY12" fmla="*/ 1349222 h 1583637"/>
                  <a:gd name="connsiteX13" fmla="*/ 1120689 w 1583637"/>
                  <a:gd name="connsiteY13" fmla="*/ 1507584 h 1583637"/>
                  <a:gd name="connsiteX14" fmla="*/ 999974 w 1583637"/>
                  <a:gd name="connsiteY14" fmla="*/ 1551521 h 1583637"/>
                  <a:gd name="connsiteX15" fmla="*/ 919574 w 1583637"/>
                  <a:gd name="connsiteY15" fmla="*/ 1412257 h 1583637"/>
                  <a:gd name="connsiteX16" fmla="*/ 664062 w 1583637"/>
                  <a:gd name="connsiteY16" fmla="*/ 1412257 h 1583637"/>
                  <a:gd name="connsiteX17" fmla="*/ 583663 w 1583637"/>
                  <a:gd name="connsiteY17" fmla="*/ 1551521 h 1583637"/>
                  <a:gd name="connsiteX18" fmla="*/ 462948 w 1583637"/>
                  <a:gd name="connsiteY18" fmla="*/ 1507584 h 1583637"/>
                  <a:gd name="connsiteX19" fmla="*/ 490876 w 1583637"/>
                  <a:gd name="connsiteY19" fmla="*/ 1349222 h 1583637"/>
                  <a:gd name="connsiteX20" fmla="*/ 295142 w 1583637"/>
                  <a:gd name="connsiteY20" fmla="*/ 1184981 h 1583637"/>
                  <a:gd name="connsiteX21" fmla="*/ 144035 w 1583637"/>
                  <a:gd name="connsiteY21" fmla="*/ 1239984 h 1583637"/>
                  <a:gd name="connsiteX22" fmla="*/ 79804 w 1583637"/>
                  <a:gd name="connsiteY22" fmla="*/ 1128733 h 1583637"/>
                  <a:gd name="connsiteX23" fmla="*/ 202991 w 1583637"/>
                  <a:gd name="connsiteY23" fmla="*/ 1025372 h 1583637"/>
                  <a:gd name="connsiteX24" fmla="*/ 158622 w 1583637"/>
                  <a:gd name="connsiteY24" fmla="*/ 773743 h 1583637"/>
                  <a:gd name="connsiteX25" fmla="*/ 7512 w 1583637"/>
                  <a:gd name="connsiteY25" fmla="*/ 718748 h 1583637"/>
                  <a:gd name="connsiteX26" fmla="*/ 29819 w 1583637"/>
                  <a:gd name="connsiteY26" fmla="*/ 592237 h 1583637"/>
                  <a:gd name="connsiteX27" fmla="*/ 190625 w 1583637"/>
                  <a:gd name="connsiteY27" fmla="*/ 592241 h 1583637"/>
                  <a:gd name="connsiteX28" fmla="*/ 318381 w 1583637"/>
                  <a:gd name="connsiteY28" fmla="*/ 370961 h 1583637"/>
                  <a:gd name="connsiteX29" fmla="*/ 237974 w 1583637"/>
                  <a:gd name="connsiteY29" fmla="*/ 231701 h 1583637"/>
                  <a:gd name="connsiteX30" fmla="*/ 336381 w 1583637"/>
                  <a:gd name="connsiteY30" fmla="*/ 149126 h 1583637"/>
                  <a:gd name="connsiteX31" fmla="*/ 459563 w 1583637"/>
                  <a:gd name="connsiteY31" fmla="*/ 252493 h 1583637"/>
                  <a:gd name="connsiteX32" fmla="*/ 699666 w 1583637"/>
                  <a:gd name="connsiteY32" fmla="*/ 165103 h 1583637"/>
                  <a:gd name="connsiteX33" fmla="*/ 727586 w 1583637"/>
                  <a:gd name="connsiteY33" fmla="*/ 6739 h 1583637"/>
                  <a:gd name="connsiteX34" fmla="*/ 856051 w 1583637"/>
                  <a:gd name="connsiteY34" fmla="*/ 6739 h 1583637"/>
                  <a:gd name="connsiteX35" fmla="*/ 883970 w 1583637"/>
                  <a:gd name="connsiteY35" fmla="*/ 165102 h 1583637"/>
                  <a:gd name="connsiteX36" fmla="*/ 1124073 w 1583637"/>
                  <a:gd name="connsiteY36" fmla="*/ 252493 h 1583637"/>
                  <a:gd name="connsiteX37" fmla="*/ 1124074 w 1583637"/>
                  <a:gd name="connsiteY37" fmla="*/ 252493 h 1583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583637" h="1583637">
                    <a:moveTo>
                      <a:pt x="1124074" y="252493"/>
                    </a:moveTo>
                    <a:lnTo>
                      <a:pt x="1247256" y="149126"/>
                    </a:lnTo>
                    <a:lnTo>
                      <a:pt x="1345663" y="231701"/>
                    </a:lnTo>
                    <a:lnTo>
                      <a:pt x="1265256" y="370961"/>
                    </a:lnTo>
                    <a:cubicBezTo>
                      <a:pt x="1322430" y="435278"/>
                      <a:pt x="1365899" y="510569"/>
                      <a:pt x="1393012" y="592241"/>
                    </a:cubicBezTo>
                    <a:lnTo>
                      <a:pt x="1553818" y="592237"/>
                    </a:lnTo>
                    <a:lnTo>
                      <a:pt x="1576125" y="718748"/>
                    </a:lnTo>
                    <a:lnTo>
                      <a:pt x="1425015" y="773743"/>
                    </a:lnTo>
                    <a:cubicBezTo>
                      <a:pt x="1427471" y="859762"/>
                      <a:pt x="1412374" y="945380"/>
                      <a:pt x="1380646" y="1025372"/>
                    </a:cubicBezTo>
                    <a:lnTo>
                      <a:pt x="1503833" y="1128733"/>
                    </a:lnTo>
                    <a:lnTo>
                      <a:pt x="1439602" y="1239984"/>
                    </a:lnTo>
                    <a:lnTo>
                      <a:pt x="1288495" y="1184982"/>
                    </a:lnTo>
                    <a:cubicBezTo>
                      <a:pt x="1235084" y="1252456"/>
                      <a:pt x="1168484" y="1308339"/>
                      <a:pt x="1092761" y="1349222"/>
                    </a:cubicBezTo>
                    <a:lnTo>
                      <a:pt x="1120689" y="1507584"/>
                    </a:lnTo>
                    <a:lnTo>
                      <a:pt x="999974" y="1551521"/>
                    </a:lnTo>
                    <a:lnTo>
                      <a:pt x="919574" y="1412257"/>
                    </a:lnTo>
                    <a:cubicBezTo>
                      <a:pt x="835287" y="1429613"/>
                      <a:pt x="748348" y="1429613"/>
                      <a:pt x="664062" y="1412257"/>
                    </a:cubicBezTo>
                    <a:lnTo>
                      <a:pt x="583663" y="1551521"/>
                    </a:lnTo>
                    <a:lnTo>
                      <a:pt x="462948" y="1507584"/>
                    </a:lnTo>
                    <a:lnTo>
                      <a:pt x="490876" y="1349222"/>
                    </a:lnTo>
                    <a:cubicBezTo>
                      <a:pt x="415153" y="1308339"/>
                      <a:pt x="348553" y="1252455"/>
                      <a:pt x="295142" y="1184981"/>
                    </a:cubicBezTo>
                    <a:lnTo>
                      <a:pt x="144035" y="1239984"/>
                    </a:lnTo>
                    <a:lnTo>
                      <a:pt x="79804" y="1128733"/>
                    </a:lnTo>
                    <a:lnTo>
                      <a:pt x="202991" y="1025372"/>
                    </a:lnTo>
                    <a:cubicBezTo>
                      <a:pt x="171263" y="945380"/>
                      <a:pt x="156166" y="859762"/>
                      <a:pt x="158622" y="773743"/>
                    </a:cubicBezTo>
                    <a:lnTo>
                      <a:pt x="7512" y="718748"/>
                    </a:lnTo>
                    <a:lnTo>
                      <a:pt x="29819" y="592237"/>
                    </a:lnTo>
                    <a:lnTo>
                      <a:pt x="190625" y="592241"/>
                    </a:lnTo>
                    <a:cubicBezTo>
                      <a:pt x="217738" y="510569"/>
                      <a:pt x="261208" y="435277"/>
                      <a:pt x="318381" y="370961"/>
                    </a:cubicBezTo>
                    <a:lnTo>
                      <a:pt x="237974" y="231701"/>
                    </a:lnTo>
                    <a:lnTo>
                      <a:pt x="336381" y="149126"/>
                    </a:lnTo>
                    <a:lnTo>
                      <a:pt x="459563" y="252493"/>
                    </a:lnTo>
                    <a:cubicBezTo>
                      <a:pt x="532831" y="207356"/>
                      <a:pt x="614527" y="177621"/>
                      <a:pt x="699666" y="165103"/>
                    </a:cubicBezTo>
                    <a:lnTo>
                      <a:pt x="727586" y="6739"/>
                    </a:lnTo>
                    <a:lnTo>
                      <a:pt x="856051" y="6739"/>
                    </a:lnTo>
                    <a:lnTo>
                      <a:pt x="883970" y="165102"/>
                    </a:lnTo>
                    <a:cubicBezTo>
                      <a:pt x="969110" y="177621"/>
                      <a:pt x="1050806" y="207356"/>
                      <a:pt x="1124073" y="252493"/>
                    </a:cubicBezTo>
                    <a:lnTo>
                      <a:pt x="1124074" y="252493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5">
                      <a:lumMod val="40000"/>
                      <a:lumOff val="60000"/>
                    </a:schemeClr>
                  </a:gs>
                  <a:gs pos="100000">
                    <a:schemeClr val="accent5">
                      <a:lumMod val="50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475308" tIns="731520" rIns="475308" bIns="582340" numCol="1" spcCol="1270" anchor="ctr" anchorCtr="0">
                <a:noAutofit/>
              </a:bodyPr>
              <a:lstStyle/>
              <a:p>
                <a:pPr algn="ctr" defTabSz="1778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4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9" name="Oval 6"/>
              <p:cNvSpPr/>
              <p:nvPr/>
            </p:nvSpPr>
            <p:spPr>
              <a:xfrm>
                <a:off x="1376346" y="1909439"/>
                <a:ext cx="1382568" cy="1382568"/>
              </a:xfrm>
              <a:prstGeom prst="ellipse">
                <a:avLst/>
              </a:prstGeom>
              <a:gradFill>
                <a:gsLst>
                  <a:gs pos="0">
                    <a:schemeClr val="accent5">
                      <a:lumMod val="40000"/>
                      <a:lumOff val="60000"/>
                    </a:schemeClr>
                  </a:gs>
                  <a:gs pos="100000">
                    <a:schemeClr val="accent5">
                      <a:lumMod val="50000"/>
                    </a:schemeClr>
                  </a:gs>
                </a:gsLst>
                <a:lin ang="5400000" scaled="1"/>
              </a:gradFill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</p:grpSp>
        <p:grpSp>
          <p:nvGrpSpPr>
            <p:cNvPr id="10" name="Group 7"/>
            <p:cNvGrpSpPr/>
            <p:nvPr/>
          </p:nvGrpSpPr>
          <p:grpSpPr>
            <a:xfrm>
              <a:off x="9316315" y="3471553"/>
              <a:ext cx="2061905" cy="2061901"/>
              <a:chOff x="953424" y="1486519"/>
              <a:chExt cx="2228412" cy="2228408"/>
            </a:xfrm>
          </p:grpSpPr>
          <p:sp>
            <p:nvSpPr>
              <p:cNvPr id="11" name="Freeform 8"/>
              <p:cNvSpPr/>
              <p:nvPr/>
            </p:nvSpPr>
            <p:spPr>
              <a:xfrm>
                <a:off x="953424" y="1486519"/>
                <a:ext cx="2228412" cy="2228408"/>
              </a:xfrm>
              <a:custGeom>
                <a:avLst/>
                <a:gdLst>
                  <a:gd name="connsiteX0" fmla="*/ 1124074 w 1583637"/>
                  <a:gd name="connsiteY0" fmla="*/ 252493 h 1583637"/>
                  <a:gd name="connsiteX1" fmla="*/ 1247256 w 1583637"/>
                  <a:gd name="connsiteY1" fmla="*/ 149126 h 1583637"/>
                  <a:gd name="connsiteX2" fmla="*/ 1345663 w 1583637"/>
                  <a:gd name="connsiteY2" fmla="*/ 231701 h 1583637"/>
                  <a:gd name="connsiteX3" fmla="*/ 1265256 w 1583637"/>
                  <a:gd name="connsiteY3" fmla="*/ 370961 h 1583637"/>
                  <a:gd name="connsiteX4" fmla="*/ 1393012 w 1583637"/>
                  <a:gd name="connsiteY4" fmla="*/ 592241 h 1583637"/>
                  <a:gd name="connsiteX5" fmla="*/ 1553818 w 1583637"/>
                  <a:gd name="connsiteY5" fmla="*/ 592237 h 1583637"/>
                  <a:gd name="connsiteX6" fmla="*/ 1576125 w 1583637"/>
                  <a:gd name="connsiteY6" fmla="*/ 718748 h 1583637"/>
                  <a:gd name="connsiteX7" fmla="*/ 1425015 w 1583637"/>
                  <a:gd name="connsiteY7" fmla="*/ 773743 h 1583637"/>
                  <a:gd name="connsiteX8" fmla="*/ 1380646 w 1583637"/>
                  <a:gd name="connsiteY8" fmla="*/ 1025372 h 1583637"/>
                  <a:gd name="connsiteX9" fmla="*/ 1503833 w 1583637"/>
                  <a:gd name="connsiteY9" fmla="*/ 1128733 h 1583637"/>
                  <a:gd name="connsiteX10" fmla="*/ 1439602 w 1583637"/>
                  <a:gd name="connsiteY10" fmla="*/ 1239984 h 1583637"/>
                  <a:gd name="connsiteX11" fmla="*/ 1288495 w 1583637"/>
                  <a:gd name="connsiteY11" fmla="*/ 1184982 h 1583637"/>
                  <a:gd name="connsiteX12" fmla="*/ 1092761 w 1583637"/>
                  <a:gd name="connsiteY12" fmla="*/ 1349222 h 1583637"/>
                  <a:gd name="connsiteX13" fmla="*/ 1120689 w 1583637"/>
                  <a:gd name="connsiteY13" fmla="*/ 1507584 h 1583637"/>
                  <a:gd name="connsiteX14" fmla="*/ 999974 w 1583637"/>
                  <a:gd name="connsiteY14" fmla="*/ 1551521 h 1583637"/>
                  <a:gd name="connsiteX15" fmla="*/ 919574 w 1583637"/>
                  <a:gd name="connsiteY15" fmla="*/ 1412257 h 1583637"/>
                  <a:gd name="connsiteX16" fmla="*/ 664062 w 1583637"/>
                  <a:gd name="connsiteY16" fmla="*/ 1412257 h 1583637"/>
                  <a:gd name="connsiteX17" fmla="*/ 583663 w 1583637"/>
                  <a:gd name="connsiteY17" fmla="*/ 1551521 h 1583637"/>
                  <a:gd name="connsiteX18" fmla="*/ 462948 w 1583637"/>
                  <a:gd name="connsiteY18" fmla="*/ 1507584 h 1583637"/>
                  <a:gd name="connsiteX19" fmla="*/ 490876 w 1583637"/>
                  <a:gd name="connsiteY19" fmla="*/ 1349222 h 1583637"/>
                  <a:gd name="connsiteX20" fmla="*/ 295142 w 1583637"/>
                  <a:gd name="connsiteY20" fmla="*/ 1184981 h 1583637"/>
                  <a:gd name="connsiteX21" fmla="*/ 144035 w 1583637"/>
                  <a:gd name="connsiteY21" fmla="*/ 1239984 h 1583637"/>
                  <a:gd name="connsiteX22" fmla="*/ 79804 w 1583637"/>
                  <a:gd name="connsiteY22" fmla="*/ 1128733 h 1583637"/>
                  <a:gd name="connsiteX23" fmla="*/ 202991 w 1583637"/>
                  <a:gd name="connsiteY23" fmla="*/ 1025372 h 1583637"/>
                  <a:gd name="connsiteX24" fmla="*/ 158622 w 1583637"/>
                  <a:gd name="connsiteY24" fmla="*/ 773743 h 1583637"/>
                  <a:gd name="connsiteX25" fmla="*/ 7512 w 1583637"/>
                  <a:gd name="connsiteY25" fmla="*/ 718748 h 1583637"/>
                  <a:gd name="connsiteX26" fmla="*/ 29819 w 1583637"/>
                  <a:gd name="connsiteY26" fmla="*/ 592237 h 1583637"/>
                  <a:gd name="connsiteX27" fmla="*/ 190625 w 1583637"/>
                  <a:gd name="connsiteY27" fmla="*/ 592241 h 1583637"/>
                  <a:gd name="connsiteX28" fmla="*/ 318381 w 1583637"/>
                  <a:gd name="connsiteY28" fmla="*/ 370961 h 1583637"/>
                  <a:gd name="connsiteX29" fmla="*/ 237974 w 1583637"/>
                  <a:gd name="connsiteY29" fmla="*/ 231701 h 1583637"/>
                  <a:gd name="connsiteX30" fmla="*/ 336381 w 1583637"/>
                  <a:gd name="connsiteY30" fmla="*/ 149126 h 1583637"/>
                  <a:gd name="connsiteX31" fmla="*/ 459563 w 1583637"/>
                  <a:gd name="connsiteY31" fmla="*/ 252493 h 1583637"/>
                  <a:gd name="connsiteX32" fmla="*/ 699666 w 1583637"/>
                  <a:gd name="connsiteY32" fmla="*/ 165103 h 1583637"/>
                  <a:gd name="connsiteX33" fmla="*/ 727586 w 1583637"/>
                  <a:gd name="connsiteY33" fmla="*/ 6739 h 1583637"/>
                  <a:gd name="connsiteX34" fmla="*/ 856051 w 1583637"/>
                  <a:gd name="connsiteY34" fmla="*/ 6739 h 1583637"/>
                  <a:gd name="connsiteX35" fmla="*/ 883970 w 1583637"/>
                  <a:gd name="connsiteY35" fmla="*/ 165102 h 1583637"/>
                  <a:gd name="connsiteX36" fmla="*/ 1124073 w 1583637"/>
                  <a:gd name="connsiteY36" fmla="*/ 252493 h 1583637"/>
                  <a:gd name="connsiteX37" fmla="*/ 1124074 w 1583637"/>
                  <a:gd name="connsiteY37" fmla="*/ 252493 h 1583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583637" h="1583637">
                    <a:moveTo>
                      <a:pt x="1124074" y="252493"/>
                    </a:moveTo>
                    <a:lnTo>
                      <a:pt x="1247256" y="149126"/>
                    </a:lnTo>
                    <a:lnTo>
                      <a:pt x="1345663" y="231701"/>
                    </a:lnTo>
                    <a:lnTo>
                      <a:pt x="1265256" y="370961"/>
                    </a:lnTo>
                    <a:cubicBezTo>
                      <a:pt x="1322430" y="435278"/>
                      <a:pt x="1365899" y="510569"/>
                      <a:pt x="1393012" y="592241"/>
                    </a:cubicBezTo>
                    <a:lnTo>
                      <a:pt x="1553818" y="592237"/>
                    </a:lnTo>
                    <a:lnTo>
                      <a:pt x="1576125" y="718748"/>
                    </a:lnTo>
                    <a:lnTo>
                      <a:pt x="1425015" y="773743"/>
                    </a:lnTo>
                    <a:cubicBezTo>
                      <a:pt x="1427471" y="859762"/>
                      <a:pt x="1412374" y="945380"/>
                      <a:pt x="1380646" y="1025372"/>
                    </a:cubicBezTo>
                    <a:lnTo>
                      <a:pt x="1503833" y="1128733"/>
                    </a:lnTo>
                    <a:lnTo>
                      <a:pt x="1439602" y="1239984"/>
                    </a:lnTo>
                    <a:lnTo>
                      <a:pt x="1288495" y="1184982"/>
                    </a:lnTo>
                    <a:cubicBezTo>
                      <a:pt x="1235084" y="1252456"/>
                      <a:pt x="1168484" y="1308339"/>
                      <a:pt x="1092761" y="1349222"/>
                    </a:cubicBezTo>
                    <a:lnTo>
                      <a:pt x="1120689" y="1507584"/>
                    </a:lnTo>
                    <a:lnTo>
                      <a:pt x="999974" y="1551521"/>
                    </a:lnTo>
                    <a:lnTo>
                      <a:pt x="919574" y="1412257"/>
                    </a:lnTo>
                    <a:cubicBezTo>
                      <a:pt x="835287" y="1429613"/>
                      <a:pt x="748348" y="1429613"/>
                      <a:pt x="664062" y="1412257"/>
                    </a:cubicBezTo>
                    <a:lnTo>
                      <a:pt x="583663" y="1551521"/>
                    </a:lnTo>
                    <a:lnTo>
                      <a:pt x="462948" y="1507584"/>
                    </a:lnTo>
                    <a:lnTo>
                      <a:pt x="490876" y="1349222"/>
                    </a:lnTo>
                    <a:cubicBezTo>
                      <a:pt x="415153" y="1308339"/>
                      <a:pt x="348553" y="1252455"/>
                      <a:pt x="295142" y="1184981"/>
                    </a:cubicBezTo>
                    <a:lnTo>
                      <a:pt x="144035" y="1239984"/>
                    </a:lnTo>
                    <a:lnTo>
                      <a:pt x="79804" y="1128733"/>
                    </a:lnTo>
                    <a:lnTo>
                      <a:pt x="202991" y="1025372"/>
                    </a:lnTo>
                    <a:cubicBezTo>
                      <a:pt x="171263" y="945380"/>
                      <a:pt x="156166" y="859762"/>
                      <a:pt x="158622" y="773743"/>
                    </a:cubicBezTo>
                    <a:lnTo>
                      <a:pt x="7512" y="718748"/>
                    </a:lnTo>
                    <a:lnTo>
                      <a:pt x="29819" y="592237"/>
                    </a:lnTo>
                    <a:lnTo>
                      <a:pt x="190625" y="592241"/>
                    </a:lnTo>
                    <a:cubicBezTo>
                      <a:pt x="217738" y="510569"/>
                      <a:pt x="261208" y="435277"/>
                      <a:pt x="318381" y="370961"/>
                    </a:cubicBezTo>
                    <a:lnTo>
                      <a:pt x="237974" y="231701"/>
                    </a:lnTo>
                    <a:lnTo>
                      <a:pt x="336381" y="149126"/>
                    </a:lnTo>
                    <a:lnTo>
                      <a:pt x="459563" y="252493"/>
                    </a:lnTo>
                    <a:cubicBezTo>
                      <a:pt x="532831" y="207356"/>
                      <a:pt x="614527" y="177621"/>
                      <a:pt x="699666" y="165103"/>
                    </a:cubicBezTo>
                    <a:lnTo>
                      <a:pt x="727586" y="6739"/>
                    </a:lnTo>
                    <a:lnTo>
                      <a:pt x="856051" y="6739"/>
                    </a:lnTo>
                    <a:lnTo>
                      <a:pt x="883970" y="165102"/>
                    </a:lnTo>
                    <a:cubicBezTo>
                      <a:pt x="969110" y="177621"/>
                      <a:pt x="1050806" y="207356"/>
                      <a:pt x="1124073" y="252493"/>
                    </a:cubicBezTo>
                    <a:lnTo>
                      <a:pt x="1124074" y="252493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5">
                      <a:lumMod val="40000"/>
                      <a:lumOff val="60000"/>
                    </a:schemeClr>
                  </a:gs>
                  <a:gs pos="100000">
                    <a:schemeClr val="accent5">
                      <a:lumMod val="50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475308" tIns="731520" rIns="475308" bIns="582340" numCol="1" spcCol="1270" anchor="ctr" anchorCtr="0">
                <a:noAutofit/>
              </a:bodyPr>
              <a:lstStyle/>
              <a:p>
                <a:pPr algn="ctr" defTabSz="1778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4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12" name="Oval 9"/>
              <p:cNvSpPr/>
              <p:nvPr/>
            </p:nvSpPr>
            <p:spPr>
              <a:xfrm>
                <a:off x="1335155" y="1868251"/>
                <a:ext cx="1464952" cy="1464946"/>
              </a:xfrm>
              <a:prstGeom prst="ellipse">
                <a:avLst/>
              </a:prstGeom>
              <a:gradFill>
                <a:gsLst>
                  <a:gs pos="0">
                    <a:schemeClr val="accent5">
                      <a:lumMod val="40000"/>
                      <a:lumOff val="60000"/>
                    </a:schemeClr>
                  </a:gs>
                  <a:gs pos="100000">
                    <a:schemeClr val="accent5">
                      <a:lumMod val="50000"/>
                    </a:schemeClr>
                  </a:gs>
                </a:gsLst>
                <a:lin ang="5400000" scaled="1"/>
              </a:gradFill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265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</p:grpSp>
        <p:grpSp>
          <p:nvGrpSpPr>
            <p:cNvPr id="13" name="Group 10"/>
            <p:cNvGrpSpPr/>
            <p:nvPr/>
          </p:nvGrpSpPr>
          <p:grpSpPr>
            <a:xfrm>
              <a:off x="7761083" y="4471292"/>
              <a:ext cx="1573901" cy="1573899"/>
              <a:chOff x="953424" y="1486519"/>
              <a:chExt cx="2228412" cy="2228408"/>
            </a:xfrm>
            <a:solidFill>
              <a:srgbClr val="FF3F3F"/>
            </a:solidFill>
          </p:grpSpPr>
          <p:sp>
            <p:nvSpPr>
              <p:cNvPr id="14" name="Freeform 11"/>
              <p:cNvSpPr/>
              <p:nvPr/>
            </p:nvSpPr>
            <p:spPr>
              <a:xfrm>
                <a:off x="953424" y="1486519"/>
                <a:ext cx="2228412" cy="2228408"/>
              </a:xfrm>
              <a:custGeom>
                <a:avLst/>
                <a:gdLst>
                  <a:gd name="connsiteX0" fmla="*/ 1124074 w 1583637"/>
                  <a:gd name="connsiteY0" fmla="*/ 252493 h 1583637"/>
                  <a:gd name="connsiteX1" fmla="*/ 1247256 w 1583637"/>
                  <a:gd name="connsiteY1" fmla="*/ 149126 h 1583637"/>
                  <a:gd name="connsiteX2" fmla="*/ 1345663 w 1583637"/>
                  <a:gd name="connsiteY2" fmla="*/ 231701 h 1583637"/>
                  <a:gd name="connsiteX3" fmla="*/ 1265256 w 1583637"/>
                  <a:gd name="connsiteY3" fmla="*/ 370961 h 1583637"/>
                  <a:gd name="connsiteX4" fmla="*/ 1393012 w 1583637"/>
                  <a:gd name="connsiteY4" fmla="*/ 592241 h 1583637"/>
                  <a:gd name="connsiteX5" fmla="*/ 1553818 w 1583637"/>
                  <a:gd name="connsiteY5" fmla="*/ 592237 h 1583637"/>
                  <a:gd name="connsiteX6" fmla="*/ 1576125 w 1583637"/>
                  <a:gd name="connsiteY6" fmla="*/ 718748 h 1583637"/>
                  <a:gd name="connsiteX7" fmla="*/ 1425015 w 1583637"/>
                  <a:gd name="connsiteY7" fmla="*/ 773743 h 1583637"/>
                  <a:gd name="connsiteX8" fmla="*/ 1380646 w 1583637"/>
                  <a:gd name="connsiteY8" fmla="*/ 1025372 h 1583637"/>
                  <a:gd name="connsiteX9" fmla="*/ 1503833 w 1583637"/>
                  <a:gd name="connsiteY9" fmla="*/ 1128733 h 1583637"/>
                  <a:gd name="connsiteX10" fmla="*/ 1439602 w 1583637"/>
                  <a:gd name="connsiteY10" fmla="*/ 1239984 h 1583637"/>
                  <a:gd name="connsiteX11" fmla="*/ 1288495 w 1583637"/>
                  <a:gd name="connsiteY11" fmla="*/ 1184982 h 1583637"/>
                  <a:gd name="connsiteX12" fmla="*/ 1092761 w 1583637"/>
                  <a:gd name="connsiteY12" fmla="*/ 1349222 h 1583637"/>
                  <a:gd name="connsiteX13" fmla="*/ 1120689 w 1583637"/>
                  <a:gd name="connsiteY13" fmla="*/ 1507584 h 1583637"/>
                  <a:gd name="connsiteX14" fmla="*/ 999974 w 1583637"/>
                  <a:gd name="connsiteY14" fmla="*/ 1551521 h 1583637"/>
                  <a:gd name="connsiteX15" fmla="*/ 919574 w 1583637"/>
                  <a:gd name="connsiteY15" fmla="*/ 1412257 h 1583637"/>
                  <a:gd name="connsiteX16" fmla="*/ 664062 w 1583637"/>
                  <a:gd name="connsiteY16" fmla="*/ 1412257 h 1583637"/>
                  <a:gd name="connsiteX17" fmla="*/ 583663 w 1583637"/>
                  <a:gd name="connsiteY17" fmla="*/ 1551521 h 1583637"/>
                  <a:gd name="connsiteX18" fmla="*/ 462948 w 1583637"/>
                  <a:gd name="connsiteY18" fmla="*/ 1507584 h 1583637"/>
                  <a:gd name="connsiteX19" fmla="*/ 490876 w 1583637"/>
                  <a:gd name="connsiteY19" fmla="*/ 1349222 h 1583637"/>
                  <a:gd name="connsiteX20" fmla="*/ 295142 w 1583637"/>
                  <a:gd name="connsiteY20" fmla="*/ 1184981 h 1583637"/>
                  <a:gd name="connsiteX21" fmla="*/ 144035 w 1583637"/>
                  <a:gd name="connsiteY21" fmla="*/ 1239984 h 1583637"/>
                  <a:gd name="connsiteX22" fmla="*/ 79804 w 1583637"/>
                  <a:gd name="connsiteY22" fmla="*/ 1128733 h 1583637"/>
                  <a:gd name="connsiteX23" fmla="*/ 202991 w 1583637"/>
                  <a:gd name="connsiteY23" fmla="*/ 1025372 h 1583637"/>
                  <a:gd name="connsiteX24" fmla="*/ 158622 w 1583637"/>
                  <a:gd name="connsiteY24" fmla="*/ 773743 h 1583637"/>
                  <a:gd name="connsiteX25" fmla="*/ 7512 w 1583637"/>
                  <a:gd name="connsiteY25" fmla="*/ 718748 h 1583637"/>
                  <a:gd name="connsiteX26" fmla="*/ 29819 w 1583637"/>
                  <a:gd name="connsiteY26" fmla="*/ 592237 h 1583637"/>
                  <a:gd name="connsiteX27" fmla="*/ 190625 w 1583637"/>
                  <a:gd name="connsiteY27" fmla="*/ 592241 h 1583637"/>
                  <a:gd name="connsiteX28" fmla="*/ 318381 w 1583637"/>
                  <a:gd name="connsiteY28" fmla="*/ 370961 h 1583637"/>
                  <a:gd name="connsiteX29" fmla="*/ 237974 w 1583637"/>
                  <a:gd name="connsiteY29" fmla="*/ 231701 h 1583637"/>
                  <a:gd name="connsiteX30" fmla="*/ 336381 w 1583637"/>
                  <a:gd name="connsiteY30" fmla="*/ 149126 h 1583637"/>
                  <a:gd name="connsiteX31" fmla="*/ 459563 w 1583637"/>
                  <a:gd name="connsiteY31" fmla="*/ 252493 h 1583637"/>
                  <a:gd name="connsiteX32" fmla="*/ 699666 w 1583637"/>
                  <a:gd name="connsiteY32" fmla="*/ 165103 h 1583637"/>
                  <a:gd name="connsiteX33" fmla="*/ 727586 w 1583637"/>
                  <a:gd name="connsiteY33" fmla="*/ 6739 h 1583637"/>
                  <a:gd name="connsiteX34" fmla="*/ 856051 w 1583637"/>
                  <a:gd name="connsiteY34" fmla="*/ 6739 h 1583637"/>
                  <a:gd name="connsiteX35" fmla="*/ 883970 w 1583637"/>
                  <a:gd name="connsiteY35" fmla="*/ 165102 h 1583637"/>
                  <a:gd name="connsiteX36" fmla="*/ 1124073 w 1583637"/>
                  <a:gd name="connsiteY36" fmla="*/ 252493 h 1583637"/>
                  <a:gd name="connsiteX37" fmla="*/ 1124074 w 1583637"/>
                  <a:gd name="connsiteY37" fmla="*/ 252493 h 1583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583637" h="1583637">
                    <a:moveTo>
                      <a:pt x="1124074" y="252493"/>
                    </a:moveTo>
                    <a:lnTo>
                      <a:pt x="1247256" y="149126"/>
                    </a:lnTo>
                    <a:lnTo>
                      <a:pt x="1345663" y="231701"/>
                    </a:lnTo>
                    <a:lnTo>
                      <a:pt x="1265256" y="370961"/>
                    </a:lnTo>
                    <a:cubicBezTo>
                      <a:pt x="1322430" y="435278"/>
                      <a:pt x="1365899" y="510569"/>
                      <a:pt x="1393012" y="592241"/>
                    </a:cubicBezTo>
                    <a:lnTo>
                      <a:pt x="1553818" y="592237"/>
                    </a:lnTo>
                    <a:lnTo>
                      <a:pt x="1576125" y="718748"/>
                    </a:lnTo>
                    <a:lnTo>
                      <a:pt x="1425015" y="773743"/>
                    </a:lnTo>
                    <a:cubicBezTo>
                      <a:pt x="1427471" y="859762"/>
                      <a:pt x="1412374" y="945380"/>
                      <a:pt x="1380646" y="1025372"/>
                    </a:cubicBezTo>
                    <a:lnTo>
                      <a:pt x="1503833" y="1128733"/>
                    </a:lnTo>
                    <a:lnTo>
                      <a:pt x="1439602" y="1239984"/>
                    </a:lnTo>
                    <a:lnTo>
                      <a:pt x="1288495" y="1184982"/>
                    </a:lnTo>
                    <a:cubicBezTo>
                      <a:pt x="1235084" y="1252456"/>
                      <a:pt x="1168484" y="1308339"/>
                      <a:pt x="1092761" y="1349222"/>
                    </a:cubicBezTo>
                    <a:lnTo>
                      <a:pt x="1120689" y="1507584"/>
                    </a:lnTo>
                    <a:lnTo>
                      <a:pt x="999974" y="1551521"/>
                    </a:lnTo>
                    <a:lnTo>
                      <a:pt x="919574" y="1412257"/>
                    </a:lnTo>
                    <a:cubicBezTo>
                      <a:pt x="835287" y="1429613"/>
                      <a:pt x="748348" y="1429613"/>
                      <a:pt x="664062" y="1412257"/>
                    </a:cubicBezTo>
                    <a:lnTo>
                      <a:pt x="583663" y="1551521"/>
                    </a:lnTo>
                    <a:lnTo>
                      <a:pt x="462948" y="1507584"/>
                    </a:lnTo>
                    <a:lnTo>
                      <a:pt x="490876" y="1349222"/>
                    </a:lnTo>
                    <a:cubicBezTo>
                      <a:pt x="415153" y="1308339"/>
                      <a:pt x="348553" y="1252455"/>
                      <a:pt x="295142" y="1184981"/>
                    </a:cubicBezTo>
                    <a:lnTo>
                      <a:pt x="144035" y="1239984"/>
                    </a:lnTo>
                    <a:lnTo>
                      <a:pt x="79804" y="1128733"/>
                    </a:lnTo>
                    <a:lnTo>
                      <a:pt x="202991" y="1025372"/>
                    </a:lnTo>
                    <a:cubicBezTo>
                      <a:pt x="171263" y="945380"/>
                      <a:pt x="156166" y="859762"/>
                      <a:pt x="158622" y="773743"/>
                    </a:cubicBezTo>
                    <a:lnTo>
                      <a:pt x="7512" y="718748"/>
                    </a:lnTo>
                    <a:lnTo>
                      <a:pt x="29819" y="592237"/>
                    </a:lnTo>
                    <a:lnTo>
                      <a:pt x="190625" y="592241"/>
                    </a:lnTo>
                    <a:cubicBezTo>
                      <a:pt x="217738" y="510569"/>
                      <a:pt x="261208" y="435277"/>
                      <a:pt x="318381" y="370961"/>
                    </a:cubicBezTo>
                    <a:lnTo>
                      <a:pt x="237974" y="231701"/>
                    </a:lnTo>
                    <a:lnTo>
                      <a:pt x="336381" y="149126"/>
                    </a:lnTo>
                    <a:lnTo>
                      <a:pt x="459563" y="252493"/>
                    </a:lnTo>
                    <a:cubicBezTo>
                      <a:pt x="532831" y="207356"/>
                      <a:pt x="614527" y="177621"/>
                      <a:pt x="699666" y="165103"/>
                    </a:cubicBezTo>
                    <a:lnTo>
                      <a:pt x="727586" y="6739"/>
                    </a:lnTo>
                    <a:lnTo>
                      <a:pt x="856051" y="6739"/>
                    </a:lnTo>
                    <a:lnTo>
                      <a:pt x="883970" y="165102"/>
                    </a:lnTo>
                    <a:cubicBezTo>
                      <a:pt x="969110" y="177621"/>
                      <a:pt x="1050806" y="207356"/>
                      <a:pt x="1124073" y="252493"/>
                    </a:cubicBezTo>
                    <a:lnTo>
                      <a:pt x="1124074" y="252493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5">
                      <a:lumMod val="40000"/>
                      <a:lumOff val="60000"/>
                    </a:schemeClr>
                  </a:gs>
                  <a:gs pos="100000">
                    <a:schemeClr val="accent5">
                      <a:lumMod val="50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475308" tIns="731520" rIns="475308" bIns="582340" numCol="1" spcCol="1270" anchor="ctr" anchorCtr="0">
                <a:noAutofit/>
              </a:bodyPr>
              <a:lstStyle/>
              <a:p>
                <a:pPr algn="ctr" defTabSz="1778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4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15" name="Oval 12"/>
              <p:cNvSpPr/>
              <p:nvPr/>
            </p:nvSpPr>
            <p:spPr>
              <a:xfrm>
                <a:off x="1376346" y="1909439"/>
                <a:ext cx="1382568" cy="1382568"/>
              </a:xfrm>
              <a:prstGeom prst="ellipse">
                <a:avLst/>
              </a:prstGeom>
              <a:gradFill>
                <a:gsLst>
                  <a:gs pos="0">
                    <a:schemeClr val="accent5">
                      <a:lumMod val="40000"/>
                      <a:lumOff val="60000"/>
                    </a:schemeClr>
                  </a:gs>
                  <a:gs pos="100000">
                    <a:schemeClr val="accent5">
                      <a:lumMod val="50000"/>
                    </a:schemeClr>
                  </a:gs>
                </a:gsLst>
                <a:lin ang="5400000" scaled="1"/>
              </a:gradFill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</p:grpSp>
        <p:grpSp>
          <p:nvGrpSpPr>
            <p:cNvPr id="16" name="Group 13"/>
            <p:cNvGrpSpPr/>
            <p:nvPr/>
          </p:nvGrpSpPr>
          <p:grpSpPr>
            <a:xfrm>
              <a:off x="9343407" y="1756928"/>
              <a:ext cx="1539253" cy="1539251"/>
              <a:chOff x="953424" y="1486519"/>
              <a:chExt cx="2228412" cy="2228408"/>
            </a:xfrm>
            <a:solidFill>
              <a:srgbClr val="FFC000"/>
            </a:solidFill>
          </p:grpSpPr>
          <p:sp>
            <p:nvSpPr>
              <p:cNvPr id="17" name="Freeform 14"/>
              <p:cNvSpPr/>
              <p:nvPr/>
            </p:nvSpPr>
            <p:spPr>
              <a:xfrm>
                <a:off x="953424" y="1486519"/>
                <a:ext cx="2228412" cy="2228408"/>
              </a:xfrm>
              <a:custGeom>
                <a:avLst/>
                <a:gdLst>
                  <a:gd name="connsiteX0" fmla="*/ 1124074 w 1583637"/>
                  <a:gd name="connsiteY0" fmla="*/ 252493 h 1583637"/>
                  <a:gd name="connsiteX1" fmla="*/ 1247256 w 1583637"/>
                  <a:gd name="connsiteY1" fmla="*/ 149126 h 1583637"/>
                  <a:gd name="connsiteX2" fmla="*/ 1345663 w 1583637"/>
                  <a:gd name="connsiteY2" fmla="*/ 231701 h 1583637"/>
                  <a:gd name="connsiteX3" fmla="*/ 1265256 w 1583637"/>
                  <a:gd name="connsiteY3" fmla="*/ 370961 h 1583637"/>
                  <a:gd name="connsiteX4" fmla="*/ 1393012 w 1583637"/>
                  <a:gd name="connsiteY4" fmla="*/ 592241 h 1583637"/>
                  <a:gd name="connsiteX5" fmla="*/ 1553818 w 1583637"/>
                  <a:gd name="connsiteY5" fmla="*/ 592237 h 1583637"/>
                  <a:gd name="connsiteX6" fmla="*/ 1576125 w 1583637"/>
                  <a:gd name="connsiteY6" fmla="*/ 718748 h 1583637"/>
                  <a:gd name="connsiteX7" fmla="*/ 1425015 w 1583637"/>
                  <a:gd name="connsiteY7" fmla="*/ 773743 h 1583637"/>
                  <a:gd name="connsiteX8" fmla="*/ 1380646 w 1583637"/>
                  <a:gd name="connsiteY8" fmla="*/ 1025372 h 1583637"/>
                  <a:gd name="connsiteX9" fmla="*/ 1503833 w 1583637"/>
                  <a:gd name="connsiteY9" fmla="*/ 1128733 h 1583637"/>
                  <a:gd name="connsiteX10" fmla="*/ 1439602 w 1583637"/>
                  <a:gd name="connsiteY10" fmla="*/ 1239984 h 1583637"/>
                  <a:gd name="connsiteX11" fmla="*/ 1288495 w 1583637"/>
                  <a:gd name="connsiteY11" fmla="*/ 1184982 h 1583637"/>
                  <a:gd name="connsiteX12" fmla="*/ 1092761 w 1583637"/>
                  <a:gd name="connsiteY12" fmla="*/ 1349222 h 1583637"/>
                  <a:gd name="connsiteX13" fmla="*/ 1120689 w 1583637"/>
                  <a:gd name="connsiteY13" fmla="*/ 1507584 h 1583637"/>
                  <a:gd name="connsiteX14" fmla="*/ 999974 w 1583637"/>
                  <a:gd name="connsiteY14" fmla="*/ 1551521 h 1583637"/>
                  <a:gd name="connsiteX15" fmla="*/ 919574 w 1583637"/>
                  <a:gd name="connsiteY15" fmla="*/ 1412257 h 1583637"/>
                  <a:gd name="connsiteX16" fmla="*/ 664062 w 1583637"/>
                  <a:gd name="connsiteY16" fmla="*/ 1412257 h 1583637"/>
                  <a:gd name="connsiteX17" fmla="*/ 583663 w 1583637"/>
                  <a:gd name="connsiteY17" fmla="*/ 1551521 h 1583637"/>
                  <a:gd name="connsiteX18" fmla="*/ 462948 w 1583637"/>
                  <a:gd name="connsiteY18" fmla="*/ 1507584 h 1583637"/>
                  <a:gd name="connsiteX19" fmla="*/ 490876 w 1583637"/>
                  <a:gd name="connsiteY19" fmla="*/ 1349222 h 1583637"/>
                  <a:gd name="connsiteX20" fmla="*/ 295142 w 1583637"/>
                  <a:gd name="connsiteY20" fmla="*/ 1184981 h 1583637"/>
                  <a:gd name="connsiteX21" fmla="*/ 144035 w 1583637"/>
                  <a:gd name="connsiteY21" fmla="*/ 1239984 h 1583637"/>
                  <a:gd name="connsiteX22" fmla="*/ 79804 w 1583637"/>
                  <a:gd name="connsiteY22" fmla="*/ 1128733 h 1583637"/>
                  <a:gd name="connsiteX23" fmla="*/ 202991 w 1583637"/>
                  <a:gd name="connsiteY23" fmla="*/ 1025372 h 1583637"/>
                  <a:gd name="connsiteX24" fmla="*/ 158622 w 1583637"/>
                  <a:gd name="connsiteY24" fmla="*/ 773743 h 1583637"/>
                  <a:gd name="connsiteX25" fmla="*/ 7512 w 1583637"/>
                  <a:gd name="connsiteY25" fmla="*/ 718748 h 1583637"/>
                  <a:gd name="connsiteX26" fmla="*/ 29819 w 1583637"/>
                  <a:gd name="connsiteY26" fmla="*/ 592237 h 1583637"/>
                  <a:gd name="connsiteX27" fmla="*/ 190625 w 1583637"/>
                  <a:gd name="connsiteY27" fmla="*/ 592241 h 1583637"/>
                  <a:gd name="connsiteX28" fmla="*/ 318381 w 1583637"/>
                  <a:gd name="connsiteY28" fmla="*/ 370961 h 1583637"/>
                  <a:gd name="connsiteX29" fmla="*/ 237974 w 1583637"/>
                  <a:gd name="connsiteY29" fmla="*/ 231701 h 1583637"/>
                  <a:gd name="connsiteX30" fmla="*/ 336381 w 1583637"/>
                  <a:gd name="connsiteY30" fmla="*/ 149126 h 1583637"/>
                  <a:gd name="connsiteX31" fmla="*/ 459563 w 1583637"/>
                  <a:gd name="connsiteY31" fmla="*/ 252493 h 1583637"/>
                  <a:gd name="connsiteX32" fmla="*/ 699666 w 1583637"/>
                  <a:gd name="connsiteY32" fmla="*/ 165103 h 1583637"/>
                  <a:gd name="connsiteX33" fmla="*/ 727586 w 1583637"/>
                  <a:gd name="connsiteY33" fmla="*/ 6739 h 1583637"/>
                  <a:gd name="connsiteX34" fmla="*/ 856051 w 1583637"/>
                  <a:gd name="connsiteY34" fmla="*/ 6739 h 1583637"/>
                  <a:gd name="connsiteX35" fmla="*/ 883970 w 1583637"/>
                  <a:gd name="connsiteY35" fmla="*/ 165102 h 1583637"/>
                  <a:gd name="connsiteX36" fmla="*/ 1124073 w 1583637"/>
                  <a:gd name="connsiteY36" fmla="*/ 252493 h 1583637"/>
                  <a:gd name="connsiteX37" fmla="*/ 1124074 w 1583637"/>
                  <a:gd name="connsiteY37" fmla="*/ 252493 h 1583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583637" h="1583637">
                    <a:moveTo>
                      <a:pt x="1124074" y="252493"/>
                    </a:moveTo>
                    <a:lnTo>
                      <a:pt x="1247256" y="149126"/>
                    </a:lnTo>
                    <a:lnTo>
                      <a:pt x="1345663" y="231701"/>
                    </a:lnTo>
                    <a:lnTo>
                      <a:pt x="1265256" y="370961"/>
                    </a:lnTo>
                    <a:cubicBezTo>
                      <a:pt x="1322430" y="435278"/>
                      <a:pt x="1365899" y="510569"/>
                      <a:pt x="1393012" y="592241"/>
                    </a:cubicBezTo>
                    <a:lnTo>
                      <a:pt x="1553818" y="592237"/>
                    </a:lnTo>
                    <a:lnTo>
                      <a:pt x="1576125" y="718748"/>
                    </a:lnTo>
                    <a:lnTo>
                      <a:pt x="1425015" y="773743"/>
                    </a:lnTo>
                    <a:cubicBezTo>
                      <a:pt x="1427471" y="859762"/>
                      <a:pt x="1412374" y="945380"/>
                      <a:pt x="1380646" y="1025372"/>
                    </a:cubicBezTo>
                    <a:lnTo>
                      <a:pt x="1503833" y="1128733"/>
                    </a:lnTo>
                    <a:lnTo>
                      <a:pt x="1439602" y="1239984"/>
                    </a:lnTo>
                    <a:lnTo>
                      <a:pt x="1288495" y="1184982"/>
                    </a:lnTo>
                    <a:cubicBezTo>
                      <a:pt x="1235084" y="1252456"/>
                      <a:pt x="1168484" y="1308339"/>
                      <a:pt x="1092761" y="1349222"/>
                    </a:cubicBezTo>
                    <a:lnTo>
                      <a:pt x="1120689" y="1507584"/>
                    </a:lnTo>
                    <a:lnTo>
                      <a:pt x="999974" y="1551521"/>
                    </a:lnTo>
                    <a:lnTo>
                      <a:pt x="919574" y="1412257"/>
                    </a:lnTo>
                    <a:cubicBezTo>
                      <a:pt x="835287" y="1429613"/>
                      <a:pt x="748348" y="1429613"/>
                      <a:pt x="664062" y="1412257"/>
                    </a:cubicBezTo>
                    <a:lnTo>
                      <a:pt x="583663" y="1551521"/>
                    </a:lnTo>
                    <a:lnTo>
                      <a:pt x="462948" y="1507584"/>
                    </a:lnTo>
                    <a:lnTo>
                      <a:pt x="490876" y="1349222"/>
                    </a:lnTo>
                    <a:cubicBezTo>
                      <a:pt x="415153" y="1308339"/>
                      <a:pt x="348553" y="1252455"/>
                      <a:pt x="295142" y="1184981"/>
                    </a:cubicBezTo>
                    <a:lnTo>
                      <a:pt x="144035" y="1239984"/>
                    </a:lnTo>
                    <a:lnTo>
                      <a:pt x="79804" y="1128733"/>
                    </a:lnTo>
                    <a:lnTo>
                      <a:pt x="202991" y="1025372"/>
                    </a:lnTo>
                    <a:cubicBezTo>
                      <a:pt x="171263" y="945380"/>
                      <a:pt x="156166" y="859762"/>
                      <a:pt x="158622" y="773743"/>
                    </a:cubicBezTo>
                    <a:lnTo>
                      <a:pt x="7512" y="718748"/>
                    </a:lnTo>
                    <a:lnTo>
                      <a:pt x="29819" y="592237"/>
                    </a:lnTo>
                    <a:lnTo>
                      <a:pt x="190625" y="592241"/>
                    </a:lnTo>
                    <a:cubicBezTo>
                      <a:pt x="217738" y="510569"/>
                      <a:pt x="261208" y="435277"/>
                      <a:pt x="318381" y="370961"/>
                    </a:cubicBezTo>
                    <a:lnTo>
                      <a:pt x="237974" y="231701"/>
                    </a:lnTo>
                    <a:lnTo>
                      <a:pt x="336381" y="149126"/>
                    </a:lnTo>
                    <a:lnTo>
                      <a:pt x="459563" y="252493"/>
                    </a:lnTo>
                    <a:cubicBezTo>
                      <a:pt x="532831" y="207356"/>
                      <a:pt x="614527" y="177621"/>
                      <a:pt x="699666" y="165103"/>
                    </a:cubicBezTo>
                    <a:lnTo>
                      <a:pt x="727586" y="6739"/>
                    </a:lnTo>
                    <a:lnTo>
                      <a:pt x="856051" y="6739"/>
                    </a:lnTo>
                    <a:lnTo>
                      <a:pt x="883970" y="165102"/>
                    </a:lnTo>
                    <a:cubicBezTo>
                      <a:pt x="969110" y="177621"/>
                      <a:pt x="1050806" y="207356"/>
                      <a:pt x="1124073" y="252493"/>
                    </a:cubicBezTo>
                    <a:lnTo>
                      <a:pt x="1124074" y="252493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5">
                      <a:lumMod val="40000"/>
                      <a:lumOff val="60000"/>
                    </a:schemeClr>
                  </a:gs>
                  <a:gs pos="100000">
                    <a:schemeClr val="accent5">
                      <a:lumMod val="50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475308" tIns="731520" rIns="475308" bIns="582340" numCol="1" spcCol="1270" anchor="ctr" anchorCtr="0">
                <a:noAutofit/>
              </a:bodyPr>
              <a:lstStyle/>
              <a:p>
                <a:pPr algn="ctr" defTabSz="1778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4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18" name="Oval 15"/>
              <p:cNvSpPr/>
              <p:nvPr/>
            </p:nvSpPr>
            <p:spPr>
              <a:xfrm>
                <a:off x="1376346" y="1909439"/>
                <a:ext cx="1382568" cy="1382568"/>
              </a:xfrm>
              <a:prstGeom prst="ellipse">
                <a:avLst/>
              </a:prstGeom>
              <a:gradFill>
                <a:gsLst>
                  <a:gs pos="0">
                    <a:schemeClr val="accent5">
                      <a:lumMod val="40000"/>
                      <a:lumOff val="60000"/>
                    </a:schemeClr>
                  </a:gs>
                  <a:gs pos="100000">
                    <a:schemeClr val="accent5">
                      <a:lumMod val="50000"/>
                    </a:schemeClr>
                  </a:gs>
                </a:gsLst>
                <a:lin ang="5400000" scaled="1"/>
              </a:gradFill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265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</p:grpSp>
        <p:sp>
          <p:nvSpPr>
            <p:cNvPr id="19" name="Arc 17"/>
            <p:cNvSpPr/>
            <p:nvPr/>
          </p:nvSpPr>
          <p:spPr>
            <a:xfrm rot="11931966">
              <a:off x="7068107" y="2442294"/>
              <a:ext cx="2181771" cy="2181771"/>
            </a:xfrm>
            <a:prstGeom prst="arc">
              <a:avLst/>
            </a:prstGeom>
            <a:ln w="28575">
              <a:solidFill>
                <a:schemeClr val="bg1">
                  <a:lumMod val="65000"/>
                </a:schemeClr>
              </a:solidFill>
              <a:prstDash val="sysDot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/>
                <a:ea typeface="微软雅黑" panose="020B0503020204020204" charset="-122"/>
                <a:sym typeface="Arial" panose="020B0604020202020204"/>
              </a:endParaRPr>
            </a:p>
          </p:txBody>
        </p:sp>
        <p:sp>
          <p:nvSpPr>
            <p:cNvPr id="20" name="Arc 38"/>
            <p:cNvSpPr/>
            <p:nvPr/>
          </p:nvSpPr>
          <p:spPr>
            <a:xfrm rot="5691386">
              <a:off x="9333232" y="3526716"/>
              <a:ext cx="2181771" cy="2181771"/>
            </a:xfrm>
            <a:prstGeom prst="arc">
              <a:avLst/>
            </a:prstGeom>
            <a:ln w="28575">
              <a:solidFill>
                <a:schemeClr val="bg1">
                  <a:lumMod val="65000"/>
                </a:schemeClr>
              </a:solidFill>
              <a:prstDash val="sysDot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/>
                <a:ea typeface="微软雅黑" panose="020B0503020204020204" charset="-122"/>
                <a:sym typeface="Arial" panose="020B0604020202020204"/>
              </a:endParaRPr>
            </a:p>
          </p:txBody>
        </p:sp>
        <p:sp>
          <p:nvSpPr>
            <p:cNvPr id="21" name="Freeform 42"/>
            <p:cNvSpPr>
              <a:spLocks noEditPoints="1"/>
            </p:cNvSpPr>
            <p:nvPr/>
          </p:nvSpPr>
          <p:spPr bwMode="auto">
            <a:xfrm>
              <a:off x="8144802" y="3122706"/>
              <a:ext cx="793791" cy="683263"/>
            </a:xfrm>
            <a:custGeom>
              <a:avLst/>
              <a:gdLst/>
              <a:ahLst/>
              <a:cxnLst>
                <a:cxn ang="0">
                  <a:pos x="73" y="47"/>
                </a:cxn>
                <a:cxn ang="0">
                  <a:pos x="67" y="53"/>
                </a:cxn>
                <a:cxn ang="0">
                  <a:pos x="46" y="53"/>
                </a:cxn>
                <a:cxn ang="0">
                  <a:pos x="48" y="60"/>
                </a:cxn>
                <a:cxn ang="0">
                  <a:pos x="46" y="63"/>
                </a:cxn>
                <a:cxn ang="0">
                  <a:pos x="26" y="63"/>
                </a:cxn>
                <a:cxn ang="0">
                  <a:pos x="24" y="60"/>
                </a:cxn>
                <a:cxn ang="0">
                  <a:pos x="26" y="53"/>
                </a:cxn>
                <a:cxn ang="0">
                  <a:pos x="6" y="53"/>
                </a:cxn>
                <a:cxn ang="0">
                  <a:pos x="0" y="47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67" y="0"/>
                </a:cxn>
                <a:cxn ang="0">
                  <a:pos x="73" y="6"/>
                </a:cxn>
                <a:cxn ang="0">
                  <a:pos x="73" y="47"/>
                </a:cxn>
                <a:cxn ang="0">
                  <a:pos x="68" y="6"/>
                </a:cxn>
                <a:cxn ang="0">
                  <a:pos x="67" y="5"/>
                </a:cxn>
                <a:cxn ang="0">
                  <a:pos x="6" y="5"/>
                </a:cxn>
                <a:cxn ang="0">
                  <a:pos x="5" y="6"/>
                </a:cxn>
                <a:cxn ang="0">
                  <a:pos x="5" y="37"/>
                </a:cxn>
                <a:cxn ang="0">
                  <a:pos x="6" y="39"/>
                </a:cxn>
                <a:cxn ang="0">
                  <a:pos x="67" y="39"/>
                </a:cxn>
                <a:cxn ang="0">
                  <a:pos x="68" y="37"/>
                </a:cxn>
                <a:cxn ang="0">
                  <a:pos x="68" y="6"/>
                </a:cxn>
              </a:cxnLst>
              <a:rect l="0" t="0" r="r" b="b"/>
              <a:pathLst>
                <a:path w="73" h="63">
                  <a:moveTo>
                    <a:pt x="73" y="47"/>
                  </a:moveTo>
                  <a:cubicBezTo>
                    <a:pt x="73" y="50"/>
                    <a:pt x="70" y="53"/>
                    <a:pt x="67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6"/>
                    <a:pt x="48" y="59"/>
                    <a:pt x="48" y="60"/>
                  </a:cubicBezTo>
                  <a:cubicBezTo>
                    <a:pt x="48" y="62"/>
                    <a:pt x="47" y="63"/>
                    <a:pt x="4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5" y="63"/>
                    <a:pt x="24" y="62"/>
                    <a:pt x="24" y="60"/>
                  </a:cubicBezTo>
                  <a:cubicBezTo>
                    <a:pt x="24" y="59"/>
                    <a:pt x="26" y="56"/>
                    <a:pt x="2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2" y="53"/>
                    <a:pt x="0" y="50"/>
                    <a:pt x="0" y="4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0" y="0"/>
                    <a:pt x="73" y="2"/>
                    <a:pt x="73" y="6"/>
                  </a:cubicBezTo>
                  <a:lnTo>
                    <a:pt x="73" y="47"/>
                  </a:lnTo>
                  <a:close/>
                  <a:moveTo>
                    <a:pt x="68" y="6"/>
                  </a:moveTo>
                  <a:cubicBezTo>
                    <a:pt x="68" y="5"/>
                    <a:pt x="67" y="5"/>
                    <a:pt x="67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5" y="5"/>
                    <a:pt x="5" y="5"/>
                    <a:pt x="5" y="6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8"/>
                    <a:pt x="5" y="39"/>
                    <a:pt x="6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8" y="38"/>
                    <a:pt x="68" y="37"/>
                  </a:cubicBezTo>
                  <a:lnTo>
                    <a:pt x="68" y="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/>
                <a:ea typeface="微软雅黑" panose="020B0503020204020204" charset="-122"/>
                <a:sym typeface="Arial" panose="020B0604020202020204"/>
              </a:endParaRPr>
            </a:p>
          </p:txBody>
        </p:sp>
        <p:sp>
          <p:nvSpPr>
            <p:cNvPr id="22" name="Freeform 152"/>
            <p:cNvSpPr>
              <a:spLocks noEditPoints="1"/>
            </p:cNvSpPr>
            <p:nvPr/>
          </p:nvSpPr>
          <p:spPr bwMode="auto">
            <a:xfrm>
              <a:off x="9816914" y="2268365"/>
              <a:ext cx="585755" cy="541317"/>
            </a:xfrm>
            <a:custGeom>
              <a:avLst/>
              <a:gdLst/>
              <a:ahLst/>
              <a:cxnLst>
                <a:cxn ang="0">
                  <a:pos x="67" y="20"/>
                </a:cxn>
                <a:cxn ang="0">
                  <a:pos x="46" y="36"/>
                </a:cxn>
                <a:cxn ang="0">
                  <a:pos x="42" y="40"/>
                </a:cxn>
                <a:cxn ang="0">
                  <a:pos x="39" y="47"/>
                </a:cxn>
                <a:cxn ang="0">
                  <a:pos x="44" y="52"/>
                </a:cxn>
                <a:cxn ang="0">
                  <a:pos x="52" y="58"/>
                </a:cxn>
                <a:cxn ang="0">
                  <a:pos x="52" y="61"/>
                </a:cxn>
                <a:cxn ang="0">
                  <a:pos x="51" y="62"/>
                </a:cxn>
                <a:cxn ang="0">
                  <a:pos x="17" y="62"/>
                </a:cxn>
                <a:cxn ang="0">
                  <a:pos x="16" y="61"/>
                </a:cxn>
                <a:cxn ang="0">
                  <a:pos x="16" y="58"/>
                </a:cxn>
                <a:cxn ang="0">
                  <a:pos x="24" y="52"/>
                </a:cxn>
                <a:cxn ang="0">
                  <a:pos x="29" y="47"/>
                </a:cxn>
                <a:cxn ang="0">
                  <a:pos x="26" y="40"/>
                </a:cxn>
                <a:cxn ang="0">
                  <a:pos x="22" y="36"/>
                </a:cxn>
                <a:cxn ang="0">
                  <a:pos x="0" y="20"/>
                </a:cxn>
                <a:cxn ang="0">
                  <a:pos x="0" y="15"/>
                </a:cxn>
                <a:cxn ang="0">
                  <a:pos x="4" y="11"/>
                </a:cxn>
                <a:cxn ang="0">
                  <a:pos x="16" y="11"/>
                </a:cxn>
                <a:cxn ang="0">
                  <a:pos x="16" y="7"/>
                </a:cxn>
                <a:cxn ang="0">
                  <a:pos x="22" y="0"/>
                </a:cxn>
                <a:cxn ang="0">
                  <a:pos x="45" y="0"/>
                </a:cxn>
                <a:cxn ang="0">
                  <a:pos x="52" y="7"/>
                </a:cxn>
                <a:cxn ang="0">
                  <a:pos x="52" y="11"/>
                </a:cxn>
                <a:cxn ang="0">
                  <a:pos x="63" y="11"/>
                </a:cxn>
                <a:cxn ang="0">
                  <a:pos x="67" y="15"/>
                </a:cxn>
                <a:cxn ang="0">
                  <a:pos x="67" y="20"/>
                </a:cxn>
                <a:cxn ang="0">
                  <a:pos x="16" y="16"/>
                </a:cxn>
                <a:cxn ang="0">
                  <a:pos x="6" y="16"/>
                </a:cxn>
                <a:cxn ang="0">
                  <a:pos x="6" y="20"/>
                </a:cxn>
                <a:cxn ang="0">
                  <a:pos x="19" y="31"/>
                </a:cxn>
                <a:cxn ang="0">
                  <a:pos x="16" y="16"/>
                </a:cxn>
                <a:cxn ang="0">
                  <a:pos x="62" y="16"/>
                </a:cxn>
                <a:cxn ang="0">
                  <a:pos x="52" y="16"/>
                </a:cxn>
                <a:cxn ang="0">
                  <a:pos x="49" y="31"/>
                </a:cxn>
                <a:cxn ang="0">
                  <a:pos x="62" y="20"/>
                </a:cxn>
                <a:cxn ang="0">
                  <a:pos x="62" y="16"/>
                </a:cxn>
              </a:cxnLst>
              <a:rect l="0" t="0" r="r" b="b"/>
              <a:pathLst>
                <a:path w="67" h="62">
                  <a:moveTo>
                    <a:pt x="67" y="20"/>
                  </a:moveTo>
                  <a:cubicBezTo>
                    <a:pt x="67" y="27"/>
                    <a:pt x="58" y="36"/>
                    <a:pt x="46" y="36"/>
                  </a:cubicBezTo>
                  <a:cubicBezTo>
                    <a:pt x="44" y="38"/>
                    <a:pt x="42" y="40"/>
                    <a:pt x="42" y="40"/>
                  </a:cubicBezTo>
                  <a:cubicBezTo>
                    <a:pt x="40" y="42"/>
                    <a:pt x="39" y="44"/>
                    <a:pt x="39" y="47"/>
                  </a:cubicBezTo>
                  <a:cubicBezTo>
                    <a:pt x="39" y="49"/>
                    <a:pt x="40" y="52"/>
                    <a:pt x="44" y="52"/>
                  </a:cubicBezTo>
                  <a:cubicBezTo>
                    <a:pt x="48" y="52"/>
                    <a:pt x="52" y="54"/>
                    <a:pt x="52" y="58"/>
                  </a:cubicBezTo>
                  <a:cubicBezTo>
                    <a:pt x="52" y="61"/>
                    <a:pt x="52" y="61"/>
                    <a:pt x="52" y="61"/>
                  </a:cubicBezTo>
                  <a:cubicBezTo>
                    <a:pt x="52" y="62"/>
                    <a:pt x="51" y="62"/>
                    <a:pt x="51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6" y="62"/>
                    <a:pt x="16" y="62"/>
                    <a:pt x="16" y="61"/>
                  </a:cubicBezTo>
                  <a:cubicBezTo>
                    <a:pt x="16" y="58"/>
                    <a:pt x="16" y="58"/>
                    <a:pt x="16" y="58"/>
                  </a:cubicBezTo>
                  <a:cubicBezTo>
                    <a:pt x="16" y="54"/>
                    <a:pt x="20" y="52"/>
                    <a:pt x="24" y="52"/>
                  </a:cubicBezTo>
                  <a:cubicBezTo>
                    <a:pt x="27" y="52"/>
                    <a:pt x="29" y="49"/>
                    <a:pt x="29" y="47"/>
                  </a:cubicBezTo>
                  <a:cubicBezTo>
                    <a:pt x="29" y="44"/>
                    <a:pt x="28" y="42"/>
                    <a:pt x="26" y="40"/>
                  </a:cubicBezTo>
                  <a:cubicBezTo>
                    <a:pt x="25" y="40"/>
                    <a:pt x="24" y="38"/>
                    <a:pt x="22" y="36"/>
                  </a:cubicBezTo>
                  <a:cubicBezTo>
                    <a:pt x="10" y="36"/>
                    <a:pt x="0" y="27"/>
                    <a:pt x="0" y="2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2"/>
                    <a:pt x="2" y="11"/>
                    <a:pt x="4" y="11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3"/>
                    <a:pt x="19" y="0"/>
                    <a:pt x="22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9" y="0"/>
                    <a:pt x="52" y="3"/>
                    <a:pt x="52" y="7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63" y="11"/>
                    <a:pt x="63" y="11"/>
                    <a:pt x="63" y="11"/>
                  </a:cubicBezTo>
                  <a:cubicBezTo>
                    <a:pt x="66" y="11"/>
                    <a:pt x="67" y="12"/>
                    <a:pt x="67" y="15"/>
                  </a:cubicBezTo>
                  <a:lnTo>
                    <a:pt x="67" y="20"/>
                  </a:lnTo>
                  <a:close/>
                  <a:moveTo>
                    <a:pt x="16" y="16"/>
                  </a:moveTo>
                  <a:cubicBezTo>
                    <a:pt x="6" y="16"/>
                    <a:pt x="6" y="16"/>
                    <a:pt x="6" y="16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4"/>
                    <a:pt x="11" y="29"/>
                    <a:pt x="19" y="31"/>
                  </a:cubicBezTo>
                  <a:cubicBezTo>
                    <a:pt x="17" y="27"/>
                    <a:pt x="16" y="22"/>
                    <a:pt x="16" y="16"/>
                  </a:cubicBezTo>
                  <a:close/>
                  <a:moveTo>
                    <a:pt x="62" y="16"/>
                  </a:moveTo>
                  <a:cubicBezTo>
                    <a:pt x="52" y="16"/>
                    <a:pt x="52" y="16"/>
                    <a:pt x="52" y="16"/>
                  </a:cubicBezTo>
                  <a:cubicBezTo>
                    <a:pt x="52" y="22"/>
                    <a:pt x="51" y="27"/>
                    <a:pt x="49" y="31"/>
                  </a:cubicBezTo>
                  <a:cubicBezTo>
                    <a:pt x="57" y="29"/>
                    <a:pt x="62" y="24"/>
                    <a:pt x="62" y="20"/>
                  </a:cubicBezTo>
                  <a:lnTo>
                    <a:pt x="62" y="1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/>
                <a:ea typeface="微软雅黑" panose="020B0503020204020204" charset="-122"/>
                <a:sym typeface="Arial" panose="020B0604020202020204"/>
              </a:endParaRPr>
            </a:p>
          </p:txBody>
        </p:sp>
        <p:sp>
          <p:nvSpPr>
            <p:cNvPr id="23" name="Freeform 144"/>
            <p:cNvSpPr>
              <a:spLocks noEditPoints="1"/>
            </p:cNvSpPr>
            <p:nvPr/>
          </p:nvSpPr>
          <p:spPr bwMode="auto">
            <a:xfrm>
              <a:off x="8273653" y="4992861"/>
              <a:ext cx="546325" cy="423753"/>
            </a:xfrm>
            <a:custGeom>
              <a:avLst/>
              <a:gdLst/>
              <a:ahLst/>
              <a:cxnLst>
                <a:cxn ang="0">
                  <a:pos x="67" y="55"/>
                </a:cxn>
                <a:cxn ang="0">
                  <a:pos x="65" y="56"/>
                </a:cxn>
                <a:cxn ang="0">
                  <a:pos x="8" y="56"/>
                </a:cxn>
                <a:cxn ang="0">
                  <a:pos x="6" y="55"/>
                </a:cxn>
                <a:cxn ang="0">
                  <a:pos x="0" y="36"/>
                </a:cxn>
                <a:cxn ang="0">
                  <a:pos x="36" y="0"/>
                </a:cxn>
                <a:cxn ang="0">
                  <a:pos x="72" y="36"/>
                </a:cxn>
                <a:cxn ang="0">
                  <a:pos x="67" y="55"/>
                </a:cxn>
                <a:cxn ang="0">
                  <a:pos x="11" y="30"/>
                </a:cxn>
                <a:cxn ang="0">
                  <a:pos x="6" y="36"/>
                </a:cxn>
                <a:cxn ang="0">
                  <a:pos x="11" y="41"/>
                </a:cxn>
                <a:cxn ang="0">
                  <a:pos x="16" y="36"/>
                </a:cxn>
                <a:cxn ang="0">
                  <a:pos x="11" y="30"/>
                </a:cxn>
                <a:cxn ang="0">
                  <a:pos x="18" y="12"/>
                </a:cxn>
                <a:cxn ang="0">
                  <a:pos x="13" y="18"/>
                </a:cxn>
                <a:cxn ang="0">
                  <a:pos x="18" y="23"/>
                </a:cxn>
                <a:cxn ang="0">
                  <a:pos x="24" y="18"/>
                </a:cxn>
                <a:cxn ang="0">
                  <a:pos x="18" y="12"/>
                </a:cxn>
                <a:cxn ang="0">
                  <a:pos x="45" y="22"/>
                </a:cxn>
                <a:cxn ang="0">
                  <a:pos x="43" y="18"/>
                </a:cxn>
                <a:cxn ang="0">
                  <a:pos x="40" y="20"/>
                </a:cxn>
                <a:cxn ang="0">
                  <a:pos x="36" y="36"/>
                </a:cxn>
                <a:cxn ang="0">
                  <a:pos x="29" y="41"/>
                </a:cxn>
                <a:cxn ang="0">
                  <a:pos x="34" y="51"/>
                </a:cxn>
                <a:cxn ang="0">
                  <a:pos x="44" y="45"/>
                </a:cxn>
                <a:cxn ang="0">
                  <a:pos x="41" y="37"/>
                </a:cxn>
                <a:cxn ang="0">
                  <a:pos x="45" y="22"/>
                </a:cxn>
                <a:cxn ang="0">
                  <a:pos x="36" y="5"/>
                </a:cxn>
                <a:cxn ang="0">
                  <a:pos x="31" y="10"/>
                </a:cxn>
                <a:cxn ang="0">
                  <a:pos x="36" y="15"/>
                </a:cxn>
                <a:cxn ang="0">
                  <a:pos x="42" y="10"/>
                </a:cxn>
                <a:cxn ang="0">
                  <a:pos x="36" y="5"/>
                </a:cxn>
                <a:cxn ang="0">
                  <a:pos x="54" y="12"/>
                </a:cxn>
                <a:cxn ang="0">
                  <a:pos x="49" y="18"/>
                </a:cxn>
                <a:cxn ang="0">
                  <a:pos x="54" y="23"/>
                </a:cxn>
                <a:cxn ang="0">
                  <a:pos x="60" y="18"/>
                </a:cxn>
                <a:cxn ang="0">
                  <a:pos x="54" y="12"/>
                </a:cxn>
                <a:cxn ang="0">
                  <a:pos x="62" y="30"/>
                </a:cxn>
                <a:cxn ang="0">
                  <a:pos x="57" y="36"/>
                </a:cxn>
                <a:cxn ang="0">
                  <a:pos x="62" y="41"/>
                </a:cxn>
                <a:cxn ang="0">
                  <a:pos x="67" y="36"/>
                </a:cxn>
                <a:cxn ang="0">
                  <a:pos x="62" y="30"/>
                </a:cxn>
              </a:cxnLst>
              <a:rect l="0" t="0" r="r" b="b"/>
              <a:pathLst>
                <a:path w="72" h="56">
                  <a:moveTo>
                    <a:pt x="67" y="55"/>
                  </a:moveTo>
                  <a:cubicBezTo>
                    <a:pt x="66" y="56"/>
                    <a:pt x="66" y="56"/>
                    <a:pt x="65" y="56"/>
                  </a:cubicBezTo>
                  <a:cubicBezTo>
                    <a:pt x="8" y="56"/>
                    <a:pt x="8" y="56"/>
                    <a:pt x="8" y="56"/>
                  </a:cubicBezTo>
                  <a:cubicBezTo>
                    <a:pt x="7" y="56"/>
                    <a:pt x="7" y="56"/>
                    <a:pt x="6" y="55"/>
                  </a:cubicBezTo>
                  <a:cubicBezTo>
                    <a:pt x="2" y="49"/>
                    <a:pt x="0" y="42"/>
                    <a:pt x="0" y="36"/>
                  </a:cubicBezTo>
                  <a:cubicBezTo>
                    <a:pt x="0" y="16"/>
                    <a:pt x="17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42"/>
                    <a:pt x="70" y="49"/>
                    <a:pt x="67" y="55"/>
                  </a:cubicBezTo>
                  <a:close/>
                  <a:moveTo>
                    <a:pt x="11" y="30"/>
                  </a:moveTo>
                  <a:cubicBezTo>
                    <a:pt x="8" y="30"/>
                    <a:pt x="6" y="33"/>
                    <a:pt x="6" y="36"/>
                  </a:cubicBezTo>
                  <a:cubicBezTo>
                    <a:pt x="6" y="38"/>
                    <a:pt x="8" y="41"/>
                    <a:pt x="11" y="41"/>
                  </a:cubicBezTo>
                  <a:cubicBezTo>
                    <a:pt x="14" y="41"/>
                    <a:pt x="16" y="38"/>
                    <a:pt x="16" y="36"/>
                  </a:cubicBezTo>
                  <a:cubicBezTo>
                    <a:pt x="16" y="33"/>
                    <a:pt x="14" y="30"/>
                    <a:pt x="11" y="30"/>
                  </a:cubicBezTo>
                  <a:close/>
                  <a:moveTo>
                    <a:pt x="18" y="12"/>
                  </a:moveTo>
                  <a:cubicBezTo>
                    <a:pt x="16" y="12"/>
                    <a:pt x="13" y="15"/>
                    <a:pt x="13" y="18"/>
                  </a:cubicBezTo>
                  <a:cubicBezTo>
                    <a:pt x="13" y="20"/>
                    <a:pt x="16" y="23"/>
                    <a:pt x="18" y="23"/>
                  </a:cubicBezTo>
                  <a:cubicBezTo>
                    <a:pt x="21" y="23"/>
                    <a:pt x="24" y="20"/>
                    <a:pt x="24" y="18"/>
                  </a:cubicBezTo>
                  <a:cubicBezTo>
                    <a:pt x="24" y="15"/>
                    <a:pt x="21" y="12"/>
                    <a:pt x="18" y="12"/>
                  </a:cubicBezTo>
                  <a:close/>
                  <a:moveTo>
                    <a:pt x="45" y="22"/>
                  </a:moveTo>
                  <a:cubicBezTo>
                    <a:pt x="45" y="20"/>
                    <a:pt x="44" y="19"/>
                    <a:pt x="43" y="18"/>
                  </a:cubicBezTo>
                  <a:cubicBezTo>
                    <a:pt x="42" y="18"/>
                    <a:pt x="40" y="19"/>
                    <a:pt x="40" y="20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33" y="36"/>
                    <a:pt x="30" y="38"/>
                    <a:pt x="29" y="41"/>
                  </a:cubicBezTo>
                  <a:cubicBezTo>
                    <a:pt x="28" y="45"/>
                    <a:pt x="30" y="50"/>
                    <a:pt x="34" y="51"/>
                  </a:cubicBezTo>
                  <a:cubicBezTo>
                    <a:pt x="39" y="52"/>
                    <a:pt x="43" y="49"/>
                    <a:pt x="44" y="45"/>
                  </a:cubicBezTo>
                  <a:cubicBezTo>
                    <a:pt x="45" y="42"/>
                    <a:pt x="43" y="39"/>
                    <a:pt x="41" y="37"/>
                  </a:cubicBezTo>
                  <a:lnTo>
                    <a:pt x="45" y="22"/>
                  </a:lnTo>
                  <a:close/>
                  <a:moveTo>
                    <a:pt x="36" y="5"/>
                  </a:moveTo>
                  <a:cubicBezTo>
                    <a:pt x="34" y="5"/>
                    <a:pt x="31" y="7"/>
                    <a:pt x="31" y="10"/>
                  </a:cubicBezTo>
                  <a:cubicBezTo>
                    <a:pt x="31" y="13"/>
                    <a:pt x="34" y="15"/>
                    <a:pt x="36" y="15"/>
                  </a:cubicBezTo>
                  <a:cubicBezTo>
                    <a:pt x="39" y="15"/>
                    <a:pt x="42" y="13"/>
                    <a:pt x="42" y="10"/>
                  </a:cubicBezTo>
                  <a:cubicBezTo>
                    <a:pt x="42" y="7"/>
                    <a:pt x="39" y="5"/>
                    <a:pt x="36" y="5"/>
                  </a:cubicBezTo>
                  <a:close/>
                  <a:moveTo>
                    <a:pt x="54" y="12"/>
                  </a:moveTo>
                  <a:cubicBezTo>
                    <a:pt x="52" y="12"/>
                    <a:pt x="49" y="15"/>
                    <a:pt x="49" y="18"/>
                  </a:cubicBezTo>
                  <a:cubicBezTo>
                    <a:pt x="49" y="20"/>
                    <a:pt x="52" y="23"/>
                    <a:pt x="54" y="23"/>
                  </a:cubicBezTo>
                  <a:cubicBezTo>
                    <a:pt x="57" y="23"/>
                    <a:pt x="60" y="20"/>
                    <a:pt x="60" y="18"/>
                  </a:cubicBezTo>
                  <a:cubicBezTo>
                    <a:pt x="60" y="15"/>
                    <a:pt x="57" y="12"/>
                    <a:pt x="54" y="12"/>
                  </a:cubicBezTo>
                  <a:close/>
                  <a:moveTo>
                    <a:pt x="62" y="30"/>
                  </a:moveTo>
                  <a:cubicBezTo>
                    <a:pt x="59" y="30"/>
                    <a:pt x="57" y="33"/>
                    <a:pt x="57" y="36"/>
                  </a:cubicBezTo>
                  <a:cubicBezTo>
                    <a:pt x="57" y="38"/>
                    <a:pt x="59" y="41"/>
                    <a:pt x="62" y="41"/>
                  </a:cubicBezTo>
                  <a:cubicBezTo>
                    <a:pt x="65" y="41"/>
                    <a:pt x="67" y="38"/>
                    <a:pt x="67" y="36"/>
                  </a:cubicBezTo>
                  <a:cubicBezTo>
                    <a:pt x="67" y="33"/>
                    <a:pt x="65" y="30"/>
                    <a:pt x="62" y="3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/>
                <a:ea typeface="微软雅黑" panose="020B0503020204020204" charset="-122"/>
                <a:sym typeface="Arial" panose="020B0604020202020204"/>
              </a:endParaRPr>
            </a:p>
          </p:txBody>
        </p:sp>
        <p:sp>
          <p:nvSpPr>
            <p:cNvPr id="24" name="Freeform 234"/>
            <p:cNvSpPr/>
            <p:nvPr/>
          </p:nvSpPr>
          <p:spPr bwMode="auto">
            <a:xfrm>
              <a:off x="10074230" y="4228565"/>
              <a:ext cx="547288" cy="554735"/>
            </a:xfrm>
            <a:custGeom>
              <a:avLst/>
              <a:gdLst/>
              <a:ahLst/>
              <a:cxnLst>
                <a:cxn ang="0">
                  <a:pos x="66" y="25"/>
                </a:cxn>
                <a:cxn ang="0">
                  <a:pos x="51" y="40"/>
                </a:cxn>
                <a:cxn ang="0">
                  <a:pos x="57" y="46"/>
                </a:cxn>
                <a:cxn ang="0">
                  <a:pos x="51" y="52"/>
                </a:cxn>
                <a:cxn ang="0">
                  <a:pos x="20" y="55"/>
                </a:cxn>
                <a:cxn ang="0">
                  <a:pos x="7" y="69"/>
                </a:cxn>
                <a:cxn ang="0">
                  <a:pos x="0" y="69"/>
                </a:cxn>
                <a:cxn ang="0">
                  <a:pos x="0" y="62"/>
                </a:cxn>
                <a:cxn ang="0">
                  <a:pos x="14" y="48"/>
                </a:cxn>
                <a:cxn ang="0">
                  <a:pos x="17" y="18"/>
                </a:cxn>
                <a:cxn ang="0">
                  <a:pos x="23" y="12"/>
                </a:cxn>
                <a:cxn ang="0">
                  <a:pos x="29" y="17"/>
                </a:cxn>
                <a:cxn ang="0">
                  <a:pos x="44" y="2"/>
                </a:cxn>
                <a:cxn ang="0">
                  <a:pos x="51" y="2"/>
                </a:cxn>
                <a:cxn ang="0">
                  <a:pos x="51" y="9"/>
                </a:cxn>
                <a:cxn ang="0">
                  <a:pos x="35" y="24"/>
                </a:cxn>
                <a:cxn ang="0">
                  <a:pos x="44" y="33"/>
                </a:cxn>
                <a:cxn ang="0">
                  <a:pos x="60" y="18"/>
                </a:cxn>
                <a:cxn ang="0">
                  <a:pos x="66" y="18"/>
                </a:cxn>
                <a:cxn ang="0">
                  <a:pos x="66" y="25"/>
                </a:cxn>
              </a:cxnLst>
              <a:rect l="0" t="0" r="r" b="b"/>
              <a:pathLst>
                <a:path w="68" h="69">
                  <a:moveTo>
                    <a:pt x="66" y="25"/>
                  </a:moveTo>
                  <a:cubicBezTo>
                    <a:pt x="51" y="40"/>
                    <a:pt x="51" y="40"/>
                    <a:pt x="51" y="40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42" y="60"/>
                    <a:pt x="30" y="61"/>
                    <a:pt x="20" y="55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14" y="48"/>
                    <a:pt x="14" y="48"/>
                    <a:pt x="14" y="48"/>
                  </a:cubicBezTo>
                  <a:cubicBezTo>
                    <a:pt x="7" y="39"/>
                    <a:pt x="8" y="26"/>
                    <a:pt x="17" y="18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44" y="2"/>
                    <a:pt x="44" y="2"/>
                    <a:pt x="44" y="2"/>
                  </a:cubicBezTo>
                  <a:cubicBezTo>
                    <a:pt x="46" y="0"/>
                    <a:pt x="49" y="0"/>
                    <a:pt x="51" y="2"/>
                  </a:cubicBezTo>
                  <a:cubicBezTo>
                    <a:pt x="52" y="4"/>
                    <a:pt x="52" y="7"/>
                    <a:pt x="51" y="9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60" y="18"/>
                    <a:pt x="60" y="18"/>
                    <a:pt x="60" y="18"/>
                  </a:cubicBezTo>
                  <a:cubicBezTo>
                    <a:pt x="61" y="16"/>
                    <a:pt x="64" y="16"/>
                    <a:pt x="66" y="18"/>
                  </a:cubicBezTo>
                  <a:cubicBezTo>
                    <a:pt x="68" y="20"/>
                    <a:pt x="68" y="23"/>
                    <a:pt x="66" y="25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/>
                <a:ea typeface="微软雅黑" panose="020B0503020204020204" charset="-122"/>
                <a:sym typeface="Arial" panose="020B0604020202020204"/>
              </a:endParaRPr>
            </a:p>
          </p:txBody>
        </p:sp>
      </p:grpSp>
      <p:pic>
        <p:nvPicPr>
          <p:cNvPr id="32" name="图片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915" y="135890"/>
            <a:ext cx="5318760" cy="6471285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60" y="2390775"/>
            <a:ext cx="5380355" cy="3654425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1098550" y="1326515"/>
            <a:ext cx="41325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</a:t>
            </a:r>
            <a:r>
              <a:rPr lang="zh-CN" altLang="en-US"/>
              <a:t>我们组的项目使用YOLO</a:t>
            </a:r>
            <a:r>
              <a:rPr lang="en-US" altLang="zh-CN"/>
              <a:t>v8</a:t>
            </a:r>
            <a:r>
              <a:rPr lang="zh-CN" altLang="en-US"/>
              <a:t>模型在给定样本集上进行训练，并达成识别验证码图片和车牌号图片</a:t>
            </a:r>
            <a:r>
              <a:rPr lang="zh-CN" altLang="en-US"/>
              <a:t>的任务。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图片 4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7" r="10129"/>
          <a:stretch>
            <a:fillRect/>
          </a:stretch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-41473" y="2530491"/>
            <a:ext cx="551815" cy="3811125"/>
            <a:chOff x="11505202" y="615675"/>
            <a:chExt cx="551815" cy="3811125"/>
          </a:xfrm>
        </p:grpSpPr>
        <p:grpSp>
          <p:nvGrpSpPr>
            <p:cNvPr id="4" name="组合 3"/>
            <p:cNvGrpSpPr/>
            <p:nvPr/>
          </p:nvGrpSpPr>
          <p:grpSpPr>
            <a:xfrm>
              <a:off x="11505202" y="1908421"/>
              <a:ext cx="551815" cy="2518379"/>
              <a:chOff x="11505202" y="1908421"/>
              <a:chExt cx="551815" cy="2518379"/>
            </a:xfrm>
          </p:grpSpPr>
          <p:sp>
            <p:nvSpPr>
              <p:cNvPr id="6" name="文本框 5"/>
              <p:cNvSpPr txBox="1"/>
              <p:nvPr/>
            </p:nvSpPr>
            <p:spPr>
              <a:xfrm>
                <a:off x="11505202" y="1908421"/>
                <a:ext cx="551815" cy="2518379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algn="dist"/>
                <a:r>
                  <a:rPr lang="zh-CN" altLang="en-US" sz="1200" dirty="0">
                    <a:solidFill>
                      <a:schemeClr val="bg1"/>
                    </a:solidFill>
                    <a:latin typeface="Arial" panose="020B0604020202020204"/>
                    <a:ea typeface="微软雅黑" panose="020B0503020204020204" charset="-122"/>
                    <a:sym typeface="Arial" panose="020B0604020202020204"/>
                  </a:rPr>
                  <a:t>深度学习目标检测</a:t>
                </a:r>
                <a:endParaRPr lang="zh-CN" altLang="en-US" sz="1200" dirty="0">
                  <a:solidFill>
                    <a:schemeClr val="bg1"/>
                  </a:solidFill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  <a:p>
                <a:pPr algn="dist"/>
                <a:endParaRPr lang="zh-CN" altLang="en-US" sz="1200" dirty="0">
                  <a:solidFill>
                    <a:schemeClr val="bg1"/>
                  </a:solidFill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cxnSp>
            <p:nvCxnSpPr>
              <p:cNvPr id="7" name="直接连接符 6"/>
              <p:cNvCxnSpPr/>
              <p:nvPr/>
            </p:nvCxnSpPr>
            <p:spPr>
              <a:xfrm>
                <a:off x="11790893" y="2149317"/>
                <a:ext cx="150448" cy="89059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接连接符 7"/>
              <p:cNvCxnSpPr/>
              <p:nvPr/>
            </p:nvCxnSpPr>
            <p:spPr>
              <a:xfrm>
                <a:off x="11790893" y="2475938"/>
                <a:ext cx="150448" cy="89059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>
                <a:off x="11790893" y="2802559"/>
                <a:ext cx="150448" cy="89059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>
                <a:off x="11790893" y="3129180"/>
                <a:ext cx="150448" cy="89059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/>
            </p:nvCxnSpPr>
            <p:spPr>
              <a:xfrm>
                <a:off x="11790893" y="3455801"/>
                <a:ext cx="150448" cy="89059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/>
            </p:nvCxnSpPr>
            <p:spPr>
              <a:xfrm>
                <a:off x="11790893" y="3782422"/>
                <a:ext cx="150448" cy="89059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/>
              <p:nvPr/>
            </p:nvCxnSpPr>
            <p:spPr>
              <a:xfrm>
                <a:off x="11790893" y="4109044"/>
                <a:ext cx="150448" cy="89059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" name="直接连接符 4"/>
            <p:cNvCxnSpPr/>
            <p:nvPr/>
          </p:nvCxnSpPr>
          <p:spPr>
            <a:xfrm>
              <a:off x="11848900" y="615675"/>
              <a:ext cx="0" cy="1231900"/>
            </a:xfrm>
            <a:prstGeom prst="line">
              <a:avLst/>
            </a:prstGeom>
            <a:ln>
              <a:solidFill>
                <a:schemeClr val="bg1">
                  <a:alpha val="3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/>
          <p:cNvGrpSpPr/>
          <p:nvPr>
            <p:custDataLst>
              <p:tags r:id="rId2"/>
            </p:custDataLst>
          </p:nvPr>
        </p:nvGrpSpPr>
        <p:grpSpPr>
          <a:xfrm>
            <a:off x="1127448" y="1831241"/>
            <a:ext cx="4392488" cy="707886"/>
            <a:chOff x="6003011" y="1463696"/>
            <a:chExt cx="4392488" cy="707886"/>
          </a:xfrm>
        </p:grpSpPr>
        <p:sp>
          <p:nvSpPr>
            <p:cNvPr id="16" name="矩形: 圆角 15"/>
            <p:cNvSpPr/>
            <p:nvPr>
              <p:custDataLst>
                <p:tags r:id="rId3"/>
              </p:custDataLst>
            </p:nvPr>
          </p:nvSpPr>
          <p:spPr>
            <a:xfrm>
              <a:off x="6003011" y="1493000"/>
              <a:ext cx="4392488" cy="649278"/>
            </a:xfrm>
            <a:prstGeom prst="roundRect">
              <a:avLst/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/>
                <a:ea typeface="微软雅黑" panose="020B0503020204020204" charset="-122"/>
                <a:sym typeface="Arial" panose="020B0604020202020204"/>
              </a:endParaRP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6177231" y="1463696"/>
              <a:ext cx="3070225" cy="707886"/>
              <a:chOff x="5543147" y="1044179"/>
              <a:chExt cx="3070225" cy="707886"/>
            </a:xfrm>
          </p:grpSpPr>
          <p:sp>
            <p:nvSpPr>
              <p:cNvPr id="18" name="文本框 17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5543147" y="1044179"/>
                <a:ext cx="110570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/>
                    <a:ea typeface="微软雅黑" panose="020B0503020204020204" charset="-122"/>
                    <a:sym typeface="Arial" panose="020B0604020202020204"/>
                  </a:rPr>
                  <a:t>01</a:t>
                </a:r>
                <a:r>
                  <a:rPr lang="en-US" altLang="zh-CN" sz="36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/>
                    <a:ea typeface="微软雅黑" panose="020B0503020204020204" charset="-122"/>
                    <a:sym typeface="Arial" panose="020B0604020202020204"/>
                  </a:rPr>
                  <a:t>.</a:t>
                </a:r>
                <a:endParaRPr lang="zh-CN" altLang="en-US" sz="3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0" name="文本框 19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6467707" y="1199119"/>
                <a:ext cx="2145665" cy="398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2000" b="1" dirty="0">
                    <a:solidFill>
                      <a:schemeClr val="bg1"/>
                    </a:solidFill>
                    <a:latin typeface="Arial" panose="020B0604020202020204"/>
                    <a:ea typeface="微软雅黑" panose="020B0503020204020204" charset="-122"/>
                    <a:sym typeface="Arial" panose="020B0604020202020204"/>
                  </a:rPr>
                  <a:t>项目准备</a:t>
                </a:r>
                <a:endParaRPr lang="zh-CN" altLang="en-US" sz="2000" b="1" dirty="0">
                  <a:solidFill>
                    <a:schemeClr val="bg1"/>
                  </a:solidFill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</p:grpSp>
      </p:grpSp>
      <p:grpSp>
        <p:nvGrpSpPr>
          <p:cNvPr id="22" name="组合 21"/>
          <p:cNvGrpSpPr/>
          <p:nvPr>
            <p:custDataLst>
              <p:tags r:id="rId6"/>
            </p:custDataLst>
          </p:nvPr>
        </p:nvGrpSpPr>
        <p:grpSpPr>
          <a:xfrm>
            <a:off x="1127448" y="2737093"/>
            <a:ext cx="4392488" cy="707886"/>
            <a:chOff x="5920591" y="2660088"/>
            <a:chExt cx="4392488" cy="707886"/>
          </a:xfrm>
        </p:grpSpPr>
        <p:sp>
          <p:nvSpPr>
            <p:cNvPr id="23" name="矩形: 圆角 22"/>
            <p:cNvSpPr/>
            <p:nvPr>
              <p:custDataLst>
                <p:tags r:id="rId7"/>
              </p:custDataLst>
            </p:nvPr>
          </p:nvSpPr>
          <p:spPr>
            <a:xfrm>
              <a:off x="5920591" y="2714792"/>
              <a:ext cx="4392488" cy="649278"/>
            </a:xfrm>
            <a:prstGeom prst="roundRect">
              <a:avLst/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sym typeface="Arial" panose="020B0604020202020204"/>
              </a:endParaRPr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6094811" y="2660088"/>
              <a:ext cx="3096100" cy="707886"/>
              <a:chOff x="5486241" y="1044179"/>
              <a:chExt cx="3096100" cy="707886"/>
            </a:xfrm>
          </p:grpSpPr>
          <p:sp>
            <p:nvSpPr>
              <p:cNvPr id="25" name="文本框 24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486241" y="1044179"/>
                <a:ext cx="110570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/>
                    <a:ea typeface="微软雅黑" panose="020B0503020204020204" charset="-122"/>
                    <a:sym typeface="Arial" panose="020B0604020202020204"/>
                  </a:rPr>
                  <a:t>02</a:t>
                </a:r>
                <a:r>
                  <a:rPr lang="en-US" altLang="zh-CN" sz="36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/>
                    <a:ea typeface="微软雅黑" panose="020B0503020204020204" charset="-122"/>
                    <a:sym typeface="Arial" panose="020B0604020202020204"/>
                  </a:rPr>
                  <a:t>.</a:t>
                </a:r>
                <a:endParaRPr lang="zh-CN" altLang="en-US" sz="3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7" name="文本框 26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6410782" y="1205578"/>
                <a:ext cx="2171559" cy="398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2000" b="1" dirty="0">
                    <a:solidFill>
                      <a:schemeClr val="bg1"/>
                    </a:solidFill>
                    <a:latin typeface="Arial" panose="020B0604020202020204"/>
                    <a:ea typeface="微软雅黑" panose="020B0503020204020204" charset="-122"/>
                    <a:sym typeface="Arial" panose="020B0604020202020204"/>
                  </a:rPr>
                  <a:t>文档编写</a:t>
                </a:r>
                <a:endParaRPr lang="zh-CN" altLang="en-US" sz="2000" b="1" dirty="0">
                  <a:solidFill>
                    <a:schemeClr val="bg1"/>
                  </a:solidFill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</p:grpSp>
      </p:grpSp>
      <p:grpSp>
        <p:nvGrpSpPr>
          <p:cNvPr id="29" name="组合 28"/>
          <p:cNvGrpSpPr/>
          <p:nvPr>
            <p:custDataLst>
              <p:tags r:id="rId10"/>
            </p:custDataLst>
          </p:nvPr>
        </p:nvGrpSpPr>
        <p:grpSpPr>
          <a:xfrm>
            <a:off x="1165548" y="3754705"/>
            <a:ext cx="4392488" cy="707886"/>
            <a:chOff x="6003011" y="4104254"/>
            <a:chExt cx="4392488" cy="707886"/>
          </a:xfrm>
        </p:grpSpPr>
        <p:sp>
          <p:nvSpPr>
            <p:cNvPr id="30" name="矩形: 圆角 29"/>
            <p:cNvSpPr/>
            <p:nvPr>
              <p:custDataLst>
                <p:tags r:id="rId11"/>
              </p:custDataLst>
            </p:nvPr>
          </p:nvSpPr>
          <p:spPr>
            <a:xfrm>
              <a:off x="6003011" y="4133558"/>
              <a:ext cx="4392488" cy="649278"/>
            </a:xfrm>
            <a:prstGeom prst="roundRect">
              <a:avLst/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sym typeface="Arial" panose="020B0604020202020204"/>
              </a:endParaRPr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6177230" y="4104254"/>
              <a:ext cx="3032760" cy="707886"/>
              <a:chOff x="5600053" y="1044179"/>
              <a:chExt cx="3032760" cy="707886"/>
            </a:xfrm>
          </p:grpSpPr>
          <p:sp>
            <p:nvSpPr>
              <p:cNvPr id="32" name="文本框 31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5600053" y="1044179"/>
                <a:ext cx="110570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/>
                    <a:ea typeface="微软雅黑" panose="020B0503020204020204" charset="-122"/>
                    <a:sym typeface="Arial" panose="020B0604020202020204"/>
                  </a:rPr>
                  <a:t>03</a:t>
                </a:r>
                <a:r>
                  <a:rPr lang="en-US" altLang="zh-CN" sz="36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/>
                    <a:ea typeface="微软雅黑" panose="020B0503020204020204" charset="-122"/>
                    <a:sym typeface="Arial" panose="020B0604020202020204"/>
                  </a:rPr>
                  <a:t>.</a:t>
                </a:r>
                <a:endParaRPr lang="zh-CN" altLang="en-US" sz="3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34" name="文本框 33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6543663" y="1238489"/>
                <a:ext cx="2089150" cy="398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2000" b="1" dirty="0">
                    <a:solidFill>
                      <a:schemeClr val="bg1"/>
                    </a:solidFill>
                    <a:latin typeface="Arial" panose="020B0604020202020204"/>
                    <a:ea typeface="微软雅黑" panose="020B0503020204020204" charset="-122"/>
                    <a:sym typeface="Arial" panose="020B0604020202020204"/>
                  </a:rPr>
                  <a:t>数据集</a:t>
                </a:r>
                <a:r>
                  <a:rPr lang="zh-CN" altLang="en-US" sz="2000" b="1" dirty="0">
                    <a:solidFill>
                      <a:schemeClr val="bg1"/>
                    </a:solidFill>
                    <a:latin typeface="Arial" panose="020B0604020202020204"/>
                    <a:ea typeface="微软雅黑" panose="020B0503020204020204" charset="-122"/>
                    <a:sym typeface="Arial" panose="020B0604020202020204"/>
                  </a:rPr>
                  <a:t>标注</a:t>
                </a:r>
                <a:endParaRPr lang="zh-CN" altLang="en-US" sz="2000" b="1" dirty="0">
                  <a:solidFill>
                    <a:schemeClr val="bg1"/>
                  </a:solidFill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</p:grpSp>
      </p:grpSp>
      <p:grpSp>
        <p:nvGrpSpPr>
          <p:cNvPr id="36" name="组合 35"/>
          <p:cNvGrpSpPr/>
          <p:nvPr>
            <p:custDataLst>
              <p:tags r:id="rId14"/>
            </p:custDataLst>
          </p:nvPr>
        </p:nvGrpSpPr>
        <p:grpSpPr>
          <a:xfrm>
            <a:off x="1131893" y="4769235"/>
            <a:ext cx="4392488" cy="715412"/>
            <a:chOff x="5887021" y="5282435"/>
            <a:chExt cx="4392488" cy="715412"/>
          </a:xfrm>
        </p:grpSpPr>
        <p:sp>
          <p:nvSpPr>
            <p:cNvPr id="37" name="矩形: 圆角 36"/>
            <p:cNvSpPr/>
            <p:nvPr>
              <p:custDataLst>
                <p:tags r:id="rId15"/>
              </p:custDataLst>
            </p:nvPr>
          </p:nvSpPr>
          <p:spPr>
            <a:xfrm>
              <a:off x="5887021" y="5282435"/>
              <a:ext cx="4392488" cy="649278"/>
            </a:xfrm>
            <a:prstGeom prst="roundRect">
              <a:avLst/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/>
                <a:ea typeface="微软雅黑" panose="020B0503020204020204" charset="-122"/>
                <a:sym typeface="Arial" panose="020B0604020202020204"/>
              </a:endParaRPr>
            </a:p>
          </p:txBody>
        </p:sp>
        <p:grpSp>
          <p:nvGrpSpPr>
            <p:cNvPr id="38" name="组合 37"/>
            <p:cNvGrpSpPr/>
            <p:nvPr/>
          </p:nvGrpSpPr>
          <p:grpSpPr>
            <a:xfrm>
              <a:off x="6031207" y="5289961"/>
              <a:ext cx="3100705" cy="707886"/>
              <a:chOff x="5682847" y="1023224"/>
              <a:chExt cx="3100705" cy="707886"/>
            </a:xfrm>
          </p:grpSpPr>
          <p:sp>
            <p:nvSpPr>
              <p:cNvPr id="39" name="文本框 38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5682847" y="1023224"/>
                <a:ext cx="110570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/>
                    <a:ea typeface="微软雅黑" panose="020B0503020204020204" charset="-122"/>
                    <a:sym typeface="Arial" panose="020B0604020202020204"/>
                  </a:rPr>
                  <a:t>04</a:t>
                </a:r>
                <a:r>
                  <a:rPr lang="en-US" altLang="zh-CN" sz="36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/>
                    <a:ea typeface="微软雅黑" panose="020B0503020204020204" charset="-122"/>
                    <a:sym typeface="Arial" panose="020B0604020202020204"/>
                  </a:rPr>
                  <a:t>.</a:t>
                </a:r>
                <a:endParaRPr lang="zh-CN" altLang="en-US" sz="3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41" name="文本框 40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6694402" y="1140064"/>
                <a:ext cx="2089150" cy="398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2000" b="1" dirty="0">
                    <a:solidFill>
                      <a:schemeClr val="bg1"/>
                    </a:solidFill>
                    <a:latin typeface="Arial" panose="020B0604020202020204"/>
                    <a:ea typeface="微软雅黑" panose="020B0503020204020204" charset="-122"/>
                    <a:sym typeface="Arial" panose="020B0604020202020204"/>
                  </a:rPr>
                  <a:t>测试</a:t>
                </a:r>
                <a:r>
                  <a:rPr lang="zh-CN" altLang="en-US" sz="2000" b="1" dirty="0">
                    <a:solidFill>
                      <a:schemeClr val="bg1"/>
                    </a:solidFill>
                    <a:latin typeface="Arial" panose="020B0604020202020204"/>
                    <a:ea typeface="微软雅黑" panose="020B0503020204020204" charset="-122"/>
                    <a:sym typeface="Arial" panose="020B0604020202020204"/>
                  </a:rPr>
                  <a:t>反馈</a:t>
                </a:r>
                <a:endParaRPr lang="zh-CN" altLang="en-US" sz="2000" b="1" dirty="0">
                  <a:solidFill>
                    <a:schemeClr val="bg1"/>
                  </a:solidFill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</p:grpSp>
      </p:grpSp>
      <p:sp>
        <p:nvSpPr>
          <p:cNvPr id="43" name="TextBox 4"/>
          <p:cNvSpPr txBox="1"/>
          <p:nvPr/>
        </p:nvSpPr>
        <p:spPr>
          <a:xfrm>
            <a:off x="-832" y="0"/>
            <a:ext cx="45365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noFill/>
                <a:latin typeface="微软雅黑" panose="020B0503020204020204" charset="-122"/>
                <a:ea typeface="微软雅黑" panose="020B0503020204020204" charset="-122"/>
              </a:rPr>
              <a:t>行业</a:t>
            </a:r>
            <a:r>
              <a:rPr lang="en-US" altLang="zh-CN" sz="100" dirty="0">
                <a:noFill/>
                <a:latin typeface="微软雅黑" panose="020B0503020204020204" charset="-122"/>
                <a:ea typeface="微软雅黑" panose="020B0503020204020204" charset="-122"/>
              </a:rPr>
              <a:t>PPT</a:t>
            </a:r>
            <a:r>
              <a:rPr lang="zh-CN" altLang="en-US" sz="100" dirty="0">
                <a:noFill/>
                <a:latin typeface="微软雅黑" panose="020B0503020204020204" charset="-122"/>
                <a:ea typeface="微软雅黑" panose="020B0503020204020204" charset="-122"/>
              </a:rPr>
              <a:t>模板</a:t>
            </a:r>
            <a:r>
              <a:rPr lang="en-US" altLang="zh-CN" sz="100" dirty="0">
                <a:noFill/>
                <a:latin typeface="微软雅黑" panose="020B0503020204020204" charset="-122"/>
                <a:ea typeface="微软雅黑" panose="020B0503020204020204" charset="-122"/>
              </a:rPr>
              <a:t>http://www.1ppt.com/hangye/</a:t>
            </a:r>
            <a:endParaRPr lang="en-US" altLang="zh-CN" sz="100" dirty="0">
              <a:noFill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40970" y="719455"/>
            <a:ext cx="74225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dirty="0">
                <a:gradFill flip="none" rotWithShape="1">
                  <a:gsLst>
                    <a:gs pos="49000">
                      <a:srgbClr val="FFFFFF"/>
                    </a:gs>
                    <a:gs pos="0">
                      <a:schemeClr val="bg1">
                        <a:alpha val="9000"/>
                      </a:schemeClr>
                    </a:gs>
                    <a:gs pos="83000">
                      <a:schemeClr val="bg1"/>
                    </a:gs>
                    <a:gs pos="100000">
                      <a:schemeClr val="bg1"/>
                    </a:gs>
                  </a:gsLst>
                  <a:lin ang="10800000" scaled="1"/>
                  <a:tileRect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斜黑体" pitchFamily="50" charset="-122"/>
                <a:ea typeface="演示斜黑体" pitchFamily="50" charset="-122"/>
                <a:sym typeface="Arial" panose="020B0604020202020204"/>
              </a:rPr>
              <a:t>  </a:t>
            </a:r>
            <a:r>
              <a:rPr lang="zh-CN" altLang="en-US" sz="32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Arial" panose="020B0604020202020204"/>
              </a:rPr>
              <a:t>小组成员</a:t>
            </a:r>
            <a:r>
              <a:rPr lang="en-US" altLang="zh-CN" sz="32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Arial" panose="020B0604020202020204"/>
              </a:rPr>
              <a:t> </a:t>
            </a:r>
            <a:r>
              <a:rPr lang="zh-CN" altLang="en-US" sz="32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Arial" panose="020B0604020202020204"/>
              </a:rPr>
              <a:t>杨松玮</a:t>
            </a:r>
            <a:r>
              <a:rPr lang="en-US" altLang="zh-CN" sz="32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Arial" panose="020B0604020202020204"/>
              </a:rPr>
              <a:t> </a:t>
            </a:r>
            <a:r>
              <a:rPr lang="zh-CN" altLang="en-US" sz="32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Arial" panose="020B0604020202020204"/>
              </a:rPr>
              <a:t>个人任务总结</a:t>
            </a:r>
            <a:endParaRPr lang="zh-CN" altLang="en-US" sz="32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细黑" panose="02010600040101010101" charset="-122"/>
              <a:ea typeface="华文细黑" panose="02010600040101010101" charset="-122"/>
              <a:cs typeface="华文细黑" panose="02010600040101010101" charset="-122"/>
              <a:sym typeface="Arial" panose="020B0604020202020204"/>
            </a:endParaRPr>
          </a:p>
        </p:txBody>
      </p:sp>
      <p:sp>
        <p:nvSpPr>
          <p:cNvPr id="2" name="矩形: 圆角 15"/>
          <p:cNvSpPr/>
          <p:nvPr>
            <p:custDataLst>
              <p:tags r:id="rId18"/>
            </p:custDataLst>
          </p:nvPr>
        </p:nvSpPr>
        <p:spPr>
          <a:xfrm>
            <a:off x="1131893" y="5754365"/>
            <a:ext cx="4392488" cy="649278"/>
          </a:xfrm>
          <a:prstGeom prst="roundRect">
            <a:avLst/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Arial" panose="020B0604020202020204"/>
              <a:ea typeface="微软雅黑" panose="020B0503020204020204" charset="-122"/>
              <a:sym typeface="Arial" panose="020B0604020202020204"/>
            </a:endParaRPr>
          </a:p>
        </p:txBody>
      </p:sp>
      <p:sp>
        <p:nvSpPr>
          <p:cNvPr id="44" name="文本框 43"/>
          <p:cNvSpPr txBox="1"/>
          <p:nvPr>
            <p:custDataLst>
              <p:tags r:id="rId19"/>
            </p:custDataLst>
          </p:nvPr>
        </p:nvSpPr>
        <p:spPr>
          <a:xfrm>
            <a:off x="1271823" y="5754613"/>
            <a:ext cx="11057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/>
                <a:ea typeface="微软雅黑" panose="020B0503020204020204" charset="-122"/>
                <a:sym typeface="Arial" panose="020B0604020202020204"/>
              </a:rPr>
              <a:t>05</a:t>
            </a:r>
            <a:r>
              <a:rPr lang="en-US" altLang="zh-CN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/>
                <a:ea typeface="微软雅黑" panose="020B0503020204020204" charset="-122"/>
                <a:sym typeface="Arial" panose="020B0604020202020204"/>
              </a:rPr>
              <a:t>.</a:t>
            </a:r>
            <a:endParaRPr lang="zh-CN" altLang="en-US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/>
              <a:ea typeface="微软雅黑" panose="020B0503020204020204" charset="-122"/>
              <a:sym typeface="Arial" panose="020B0604020202020204"/>
            </a:endParaRPr>
          </a:p>
        </p:txBody>
      </p:sp>
      <p:sp>
        <p:nvSpPr>
          <p:cNvPr id="19" name="文本框 18"/>
          <p:cNvSpPr txBox="1"/>
          <p:nvPr>
            <p:custDataLst>
              <p:tags r:id="rId20"/>
            </p:custDataLst>
          </p:nvPr>
        </p:nvSpPr>
        <p:spPr>
          <a:xfrm>
            <a:off x="2284095" y="5875655"/>
            <a:ext cx="20885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2000" b="1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sym typeface="Arial" panose="020B0604020202020204"/>
              </a:rPr>
              <a:t>总结</a:t>
            </a:r>
            <a:r>
              <a:rPr lang="zh-CN" altLang="en-US" sz="2000" b="1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sym typeface="Arial" panose="020B0604020202020204"/>
              </a:rPr>
              <a:t>收尾</a:t>
            </a:r>
            <a:endParaRPr lang="zh-CN" altLang="en-US" sz="2000" b="1" dirty="0">
              <a:solidFill>
                <a:schemeClr val="bg1"/>
              </a:solidFill>
              <a:latin typeface="Arial" panose="020B0604020202020204"/>
              <a:ea typeface="微软雅黑" panose="020B0503020204020204" charset="-122"/>
              <a:sym typeface="Arial" panose="020B0604020202020204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6747638" y="3137846"/>
            <a:ext cx="4227830" cy="1873250"/>
            <a:chOff x="1938249" y="1983975"/>
            <a:chExt cx="4227830" cy="1873250"/>
          </a:xfrm>
        </p:grpSpPr>
        <p:sp>
          <p:nvSpPr>
            <p:cNvPr id="26" name="文本框 25"/>
            <p:cNvSpPr txBox="1"/>
            <p:nvPr/>
          </p:nvSpPr>
          <p:spPr>
            <a:xfrm>
              <a:off x="2205435" y="1983975"/>
              <a:ext cx="396044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dist"/>
              <a:r>
                <a:rPr lang="en-US" altLang="zh-CN" sz="6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/>
                  <a:ea typeface="微软雅黑" panose="020B0503020204020204" charset="-122"/>
                  <a:sym typeface="Arial" panose="020B0604020202020204"/>
                </a:rPr>
                <a:t>PART02 </a:t>
              </a:r>
              <a:endParaRPr lang="zh-CN" altLang="en-US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/>
                <a:ea typeface="微软雅黑" panose="020B0503020204020204" charset="-122"/>
                <a:sym typeface="Arial" panose="020B0604020202020204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938249" y="2935205"/>
              <a:ext cx="4227830" cy="922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dist"/>
              <a:r>
                <a:rPr lang="zh-CN" altLang="en-US" sz="5400" b="1" dirty="0">
                  <a:solidFill>
                    <a:schemeClr val="bg1"/>
                  </a:solidFill>
                  <a:latin typeface="Arial" panose="020B0604020202020204"/>
                  <a:ea typeface="微软雅黑" panose="020B0503020204020204" charset="-122"/>
                  <a:sym typeface="Arial" panose="020B0604020202020204"/>
                </a:rPr>
                <a:t>成员</a:t>
              </a:r>
              <a:r>
                <a:rPr lang="zh-CN" altLang="en-US" sz="5400" b="1" dirty="0">
                  <a:solidFill>
                    <a:schemeClr val="bg1"/>
                  </a:solidFill>
                  <a:latin typeface="Arial" panose="020B0604020202020204"/>
                  <a:ea typeface="微软雅黑" panose="020B0503020204020204" charset="-122"/>
                  <a:sym typeface="Arial" panose="020B0604020202020204"/>
                </a:rPr>
                <a:t>任务</a:t>
              </a:r>
              <a:endParaRPr lang="zh-CN" altLang="en-US" sz="5400" b="1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sym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63354" y="32049"/>
            <a:ext cx="4968199" cy="1102490"/>
            <a:chOff x="479376" y="260648"/>
            <a:chExt cx="4968199" cy="1102490"/>
          </a:xfrm>
        </p:grpSpPr>
        <p:grpSp>
          <p:nvGrpSpPr>
            <p:cNvPr id="3" name="组合 2"/>
            <p:cNvGrpSpPr/>
            <p:nvPr/>
          </p:nvGrpSpPr>
          <p:grpSpPr>
            <a:xfrm>
              <a:off x="1604236" y="438337"/>
              <a:ext cx="3843339" cy="737348"/>
              <a:chOff x="1100533" y="158930"/>
              <a:chExt cx="3843339" cy="737348"/>
            </a:xfrm>
          </p:grpSpPr>
          <p:sp>
            <p:nvSpPr>
              <p:cNvPr id="5" name="图形"/>
              <p:cNvSpPr txBox="1"/>
              <p:nvPr/>
            </p:nvSpPr>
            <p:spPr>
              <a:xfrm>
                <a:off x="1104343" y="158930"/>
                <a:ext cx="2400300" cy="583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 fontAlgn="auto">
                  <a:lnSpc>
                    <a:spcPct val="100000"/>
                  </a:lnSpc>
                  <a:defRPr sz="3200" b="1">
                    <a:ln w="0"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/>
                    <a:ea typeface="微软雅黑" panose="020B0503020204020204" charset="-122"/>
                    <a:cs typeface="阿里巴巴普惠体 2.0 75 SemiBold" panose="00020600040101010101" pitchFamily="18" charset="-122"/>
                  </a:defRPr>
                </a:lvl1pPr>
              </a:lstStyle>
              <a:p>
                <a:r>
                  <a:rPr lang="zh-CN" altLang="en-US" dirty="0">
                    <a:sym typeface="Arial" panose="020B0604020202020204"/>
                  </a:rPr>
                  <a:t>项目准备</a:t>
                </a:r>
                <a:endParaRPr lang="zh-CN" altLang="en-US" dirty="0">
                  <a:sym typeface="Arial" panose="020B0604020202020204"/>
                </a:endParaRPr>
              </a:p>
            </p:txBody>
          </p:sp>
          <p:sp>
            <p:nvSpPr>
              <p:cNvPr id="6" name="图形"/>
              <p:cNvSpPr txBox="1"/>
              <p:nvPr/>
            </p:nvSpPr>
            <p:spPr>
              <a:xfrm>
                <a:off x="1100533" y="620688"/>
                <a:ext cx="3843339" cy="2755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dist" defTabSz="913765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endParaRPr lang="en-US" altLang="zh-CN" sz="80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字魂58号-创中黑" panose="00000500000000000000" charset="-122"/>
                  <a:sym typeface="Arial" panose="020B0604020202020204"/>
                </a:endParaRPr>
              </a:p>
            </p:txBody>
          </p:sp>
        </p:grp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9376" y="260648"/>
              <a:ext cx="1102490" cy="1102490"/>
            </a:xfrm>
            <a:prstGeom prst="rect">
              <a:avLst/>
            </a:prstGeom>
          </p:spPr>
        </p:pic>
      </p:grp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623886" y="1341360"/>
            <a:ext cx="2952813" cy="2748699"/>
            <a:chOff x="705867" y="1167037"/>
            <a:chExt cx="2952813" cy="2748699"/>
          </a:xfrm>
        </p:grpSpPr>
        <p:sp>
          <p:nvSpPr>
            <p:cNvPr id="9" name="文本框 8"/>
            <p:cNvSpPr txBox="1"/>
            <p:nvPr>
              <p:custDataLst>
                <p:tags r:id="rId3"/>
              </p:custDataLst>
            </p:nvPr>
          </p:nvSpPr>
          <p:spPr>
            <a:xfrm>
              <a:off x="1353429" y="2154537"/>
              <a:ext cx="23052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/>
                  <a:ea typeface="微软雅黑" panose="020B0503020204020204" charset="-122"/>
                  <a:cs typeface="阿里巴巴普惠体 2.0 75 SemiBold" panose="00020600040101010101" pitchFamily="18" charset="-122"/>
                  <a:sym typeface="Arial" panose="020B0604020202020204"/>
                </a:rPr>
                <a:t>添加标题</a:t>
              </a:r>
              <a:endPara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charset="-122"/>
                <a:cs typeface="阿里巴巴普惠体 2.0 75 SemiBold" panose="00020600040101010101" pitchFamily="18" charset="-122"/>
                <a:sym typeface="Arial" panose="020B0604020202020204"/>
              </a:endParaRPr>
            </a:p>
          </p:txBody>
        </p:sp>
        <p:sp>
          <p:nvSpPr>
            <p:cNvPr id="10" name="矩形 9"/>
            <p:cNvSpPr/>
            <p:nvPr>
              <p:custDataLst>
                <p:tags r:id="rId4"/>
              </p:custDataLst>
            </p:nvPr>
          </p:nvSpPr>
          <p:spPr>
            <a:xfrm>
              <a:off x="705867" y="1167037"/>
              <a:ext cx="574758" cy="549770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阿里巴巴普惠体 2.0 45 Light" panose="00020600040101010101" pitchFamily="18" charset="-122"/>
                  <a:sym typeface="Arial" panose="020B0604020202020204"/>
                </a:rPr>
                <a:t>1</a:t>
              </a:r>
              <a:endParaRPr kumimoji="0" lang="zh-CN" altLang="en-US" sz="36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阿里巴巴普惠体 2.0 45 Light" panose="00020600040101010101" pitchFamily="18" charset="-122"/>
                <a:sym typeface="Arial" panose="020B0604020202020204"/>
              </a:endParaRPr>
            </a:p>
          </p:txBody>
        </p:sp>
        <p:sp>
          <p:nvSpPr>
            <p:cNvPr id="11" name="TextBox 27"/>
            <p:cNvSpPr txBox="1"/>
            <p:nvPr>
              <p:custDataLst>
                <p:tags r:id="rId5"/>
              </p:custDataLst>
            </p:nvPr>
          </p:nvSpPr>
          <p:spPr>
            <a:xfrm>
              <a:off x="1496253" y="2853907"/>
              <a:ext cx="2054686" cy="106182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R="0" lvl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阿里巴巴普惠体 2.0 45 Light" panose="00020600040101010101" pitchFamily="18" charset="-122"/>
                  <a:sym typeface="Arial" panose="020B0604020202020204"/>
                </a:rPr>
                <a:t>单击此处添加标题内容，标题要与内容相符，注意字体大小。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阿里巴巴普惠体 2.0 45 Light" panose="00020600040101010101" pitchFamily="18" charset="-122"/>
                <a:sym typeface="Arial" panose="020B0604020202020204"/>
              </a:endParaRPr>
            </a:p>
          </p:txBody>
        </p:sp>
      </p:grpSp>
      <p:grpSp>
        <p:nvGrpSpPr>
          <p:cNvPr id="12" name="组合 11"/>
          <p:cNvGrpSpPr/>
          <p:nvPr>
            <p:custDataLst>
              <p:tags r:id="rId6"/>
            </p:custDataLst>
          </p:nvPr>
        </p:nvGrpSpPr>
        <p:grpSpPr>
          <a:xfrm>
            <a:off x="5008624" y="1248208"/>
            <a:ext cx="2804656" cy="2463130"/>
            <a:chOff x="4925970" y="1118163"/>
            <a:chExt cx="2910754" cy="3960630"/>
          </a:xfrm>
        </p:grpSpPr>
        <p:sp>
          <p:nvSpPr>
            <p:cNvPr id="14" name="文本框 13"/>
            <p:cNvSpPr txBox="1"/>
            <p:nvPr>
              <p:custDataLst>
                <p:tags r:id="rId7"/>
              </p:custDataLst>
            </p:nvPr>
          </p:nvSpPr>
          <p:spPr>
            <a:xfrm>
              <a:off x="5531473" y="1118163"/>
              <a:ext cx="2305251" cy="19277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/>
                  <a:ea typeface="微软雅黑" panose="020B0503020204020204" charset="-122"/>
                  <a:cs typeface="阿里巴巴普惠体 2.0 75 SemiBold" panose="00020600040101010101" pitchFamily="18" charset="-122"/>
                  <a:sym typeface="Arial" panose="020B0604020202020204"/>
                </a:rPr>
                <a:t>进行需求</a:t>
              </a:r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/>
                  <a:ea typeface="微软雅黑" panose="020B0503020204020204" charset="-122"/>
                  <a:cs typeface="阿里巴巴普惠体 2.0 75 SemiBold" panose="00020600040101010101" pitchFamily="18" charset="-122"/>
                  <a:sym typeface="Arial" panose="020B0604020202020204"/>
                </a:rPr>
                <a:t>分析</a:t>
              </a:r>
              <a:endPara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charset="-122"/>
                <a:cs typeface="阿里巴巴普惠体 2.0 75 SemiBold" panose="00020600040101010101" pitchFamily="18" charset="-122"/>
                <a:sym typeface="Arial" panose="020B0604020202020204"/>
              </a:endParaRPr>
            </a:p>
            <a:p>
              <a:pPr algn="ctr" defTabSz="457200"/>
              <a:endPara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charset="-122"/>
                <a:cs typeface="阿里巴巴普惠体 2.0 75 SemiBold" panose="00020600040101010101" pitchFamily="18" charset="-122"/>
                <a:sym typeface="Arial" panose="020B0604020202020204"/>
              </a:endParaRPr>
            </a:p>
            <a:p>
              <a:pPr algn="ctr" defTabSz="457200"/>
              <a:endPara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charset="-122"/>
                <a:cs typeface="阿里巴巴普惠体 2.0 75 SemiBold" panose="00020600040101010101" pitchFamily="18" charset="-122"/>
                <a:sym typeface="Arial" panose="020B0604020202020204"/>
              </a:endParaRPr>
            </a:p>
          </p:txBody>
        </p:sp>
        <p:sp>
          <p:nvSpPr>
            <p:cNvPr id="15" name="矩形 14"/>
            <p:cNvSpPr/>
            <p:nvPr>
              <p:custDataLst>
                <p:tags r:id="rId8"/>
              </p:custDataLst>
            </p:nvPr>
          </p:nvSpPr>
          <p:spPr>
            <a:xfrm>
              <a:off x="4925970" y="1151162"/>
              <a:ext cx="574758" cy="549770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阿里巴巴普惠体 2.0 45 Light" panose="00020600040101010101" pitchFamily="18" charset="-122"/>
                  <a:sym typeface="Arial" panose="020B0604020202020204"/>
                </a:rPr>
                <a:t>2</a:t>
              </a:r>
              <a:endParaRPr kumimoji="0" lang="zh-CN" altLang="en-US" sz="36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阿里巴巴普惠体 2.0 45 Light" panose="00020600040101010101" pitchFamily="18" charset="-122"/>
                <a:sym typeface="Arial" panose="020B0604020202020204"/>
              </a:endParaRPr>
            </a:p>
          </p:txBody>
        </p:sp>
        <p:sp>
          <p:nvSpPr>
            <p:cNvPr id="16" name="TextBox 27"/>
            <p:cNvSpPr txBox="1"/>
            <p:nvPr>
              <p:custDataLst>
                <p:tags r:id="rId9"/>
              </p:custDataLst>
            </p:nvPr>
          </p:nvSpPr>
          <p:spPr>
            <a:xfrm>
              <a:off x="5059884" y="2853907"/>
              <a:ext cx="2054686" cy="222488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R="0" lvl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阿里巴巴普惠体 2.0 45 Light" panose="00020600040101010101" pitchFamily="18" charset="-122"/>
                  <a:sym typeface="Arial" panose="020B0604020202020204"/>
                </a:rPr>
                <a:t>单击此处添加标题内容，标题要与内容相符，注意字体大小。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阿里巴巴普惠体 2.0 45 Light" panose="00020600040101010101" pitchFamily="18" charset="-122"/>
                <a:sym typeface="Arial" panose="020B0604020202020204"/>
              </a:endParaRPr>
            </a:p>
          </p:txBody>
        </p:sp>
      </p:grpSp>
      <p:grpSp>
        <p:nvGrpSpPr>
          <p:cNvPr id="17" name="组合 16"/>
          <p:cNvGrpSpPr/>
          <p:nvPr>
            <p:custDataLst>
              <p:tags r:id="rId10"/>
            </p:custDataLst>
          </p:nvPr>
        </p:nvGrpSpPr>
        <p:grpSpPr>
          <a:xfrm>
            <a:off x="8588632" y="1197215"/>
            <a:ext cx="3053095" cy="2836329"/>
            <a:chOff x="8623516" y="1079407"/>
            <a:chExt cx="3053095" cy="2836329"/>
          </a:xfrm>
        </p:grpSpPr>
        <p:sp>
          <p:nvSpPr>
            <p:cNvPr id="19" name="文本框 18"/>
            <p:cNvSpPr txBox="1"/>
            <p:nvPr>
              <p:custDataLst>
                <p:tags r:id="rId11"/>
              </p:custDataLst>
            </p:nvPr>
          </p:nvSpPr>
          <p:spPr>
            <a:xfrm>
              <a:off x="9371360" y="1130917"/>
              <a:ext cx="2305251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/>
                  <a:ea typeface="微软雅黑" panose="020B0503020204020204" charset="-122"/>
                  <a:cs typeface="阿里巴巴普惠体 2.0 75 SemiBold" panose="00020600040101010101" pitchFamily="18" charset="-122"/>
                  <a:sym typeface="Arial" panose="020B0604020202020204"/>
                </a:rPr>
                <a:t>进行</a:t>
              </a:r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/>
                  <a:ea typeface="微软雅黑" panose="020B0503020204020204" charset="-122"/>
                  <a:cs typeface="阿里巴巴普惠体 2.0 75 SemiBold" panose="00020600040101010101" pitchFamily="18" charset="-122"/>
                  <a:sym typeface="Arial" panose="020B0604020202020204"/>
                </a:rPr>
                <a:t>系统设计</a:t>
              </a:r>
              <a:endPara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charset="-122"/>
                <a:cs typeface="阿里巴巴普惠体 2.0 75 SemiBold" panose="00020600040101010101" pitchFamily="18" charset="-122"/>
                <a:sym typeface="Arial" panose="020B0604020202020204"/>
              </a:endParaRPr>
            </a:p>
          </p:txBody>
        </p:sp>
        <p:sp>
          <p:nvSpPr>
            <p:cNvPr id="20" name="矩形 19"/>
            <p:cNvSpPr/>
            <p:nvPr>
              <p:custDataLst>
                <p:tags r:id="rId12"/>
              </p:custDataLst>
            </p:nvPr>
          </p:nvSpPr>
          <p:spPr>
            <a:xfrm>
              <a:off x="8867308" y="1079407"/>
              <a:ext cx="574758" cy="549770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阿里巴巴普惠体 2.0 45 Light" panose="00020600040101010101" pitchFamily="18" charset="-122"/>
                  <a:sym typeface="Arial" panose="020B0604020202020204"/>
                </a:rPr>
                <a:t>3</a:t>
              </a:r>
              <a:endParaRPr kumimoji="0" lang="zh-CN" altLang="en-US" sz="36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阿里巴巴普惠体 2.0 45 Light" panose="00020600040101010101" pitchFamily="18" charset="-122"/>
                <a:sym typeface="Arial" panose="020B0604020202020204"/>
              </a:endParaRPr>
            </a:p>
          </p:txBody>
        </p:sp>
        <p:sp>
          <p:nvSpPr>
            <p:cNvPr id="21" name="TextBox 27"/>
            <p:cNvSpPr txBox="1"/>
            <p:nvPr>
              <p:custDataLst>
                <p:tags r:id="rId13"/>
              </p:custDataLst>
            </p:nvPr>
          </p:nvSpPr>
          <p:spPr>
            <a:xfrm>
              <a:off x="8623516" y="2853907"/>
              <a:ext cx="2054686" cy="106182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R="0" lvl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阿里巴巴普惠体 2.0 45 Light" panose="00020600040101010101" pitchFamily="18" charset="-122"/>
                  <a:sym typeface="Arial" panose="020B0604020202020204"/>
                </a:rPr>
                <a:t>单击此处添加标题内容，标题要与内容相符，注意字体大小。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阿里巴巴普惠体 2.0 45 Light" panose="00020600040101010101" pitchFamily="18" charset="-122"/>
                <a:sym typeface="Arial" panose="020B0604020202020204"/>
              </a:endParaRPr>
            </a:p>
          </p:txBody>
        </p:sp>
      </p:grpSp>
      <p:pic>
        <p:nvPicPr>
          <p:cNvPr id="22" name="图片 2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3525" y="2230755"/>
            <a:ext cx="3746500" cy="4119880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1271270" y="1080135"/>
            <a:ext cx="22898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制定项目时间表</a:t>
            </a:r>
            <a:endParaRPr lang="zh-CN" altLang="en-US"/>
          </a:p>
          <a:p>
            <a:r>
              <a:rPr lang="zh-CN" altLang="en-US"/>
              <a:t>确定各阶段任务</a:t>
            </a:r>
            <a:endParaRPr lang="zh-CN" altLang="en-US"/>
          </a:p>
          <a:p>
            <a:r>
              <a:rPr lang="zh-CN" altLang="en-US"/>
              <a:t>确定团队成员职责</a:t>
            </a:r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39920" y="4429125"/>
            <a:ext cx="3734435" cy="212979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39920" y="1826895"/>
            <a:ext cx="3730625" cy="231965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847455" y="4356735"/>
            <a:ext cx="3175635" cy="214757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543925" y="1934210"/>
            <a:ext cx="3587750" cy="2099310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4655820" y="797560"/>
            <a:ext cx="356362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Aft>
                <a:spcPct val="0"/>
              </a:spcAft>
            </a:pPr>
            <a:r>
              <a:rPr lang="zh-CN" altLang="en-US" sz="160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确定图片识别的具体需求和项目目标</a:t>
            </a:r>
            <a:endParaRPr lang="zh-CN" altLang="en-US" sz="160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63354" y="32049"/>
            <a:ext cx="12119610" cy="1102490"/>
            <a:chOff x="479376" y="260648"/>
            <a:chExt cx="12119610" cy="1102490"/>
          </a:xfrm>
        </p:grpSpPr>
        <p:sp>
          <p:nvSpPr>
            <p:cNvPr id="5" name="图形"/>
            <p:cNvSpPr txBox="1"/>
            <p:nvPr/>
          </p:nvSpPr>
          <p:spPr>
            <a:xfrm>
              <a:off x="1342976" y="273983"/>
              <a:ext cx="11256010" cy="106616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dist" fontAlgn="auto">
                <a:lnSpc>
                  <a:spcPct val="100000"/>
                </a:lnSpc>
                <a:defRPr sz="3200" b="1">
                  <a:ln w="0"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/>
                  <a:ea typeface="微软雅黑" panose="020B0503020204020204" charset="-122"/>
                  <a:cs typeface="阿里巴巴普惠体 2.0 75 SemiBold" panose="00020600040101010101" pitchFamily="18" charset="-122"/>
                </a:defRPr>
              </a:lvl1pPr>
            </a:lstStyle>
            <a:p>
              <a:pPr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defRPr/>
              </a:pPr>
              <a:r>
                <a:rPr lang="zh-CN" altLang="en-US" dirty="0">
                  <a:sym typeface="Arial" panose="020B0604020202020204"/>
                </a:rPr>
                <a:t>文</a:t>
              </a:r>
              <a:r>
                <a:rPr lang="en-US" altLang="zh-CN" dirty="0">
                  <a:sym typeface="Arial" panose="020B0604020202020204"/>
                </a:rPr>
                <a:t>  </a:t>
              </a:r>
              <a:r>
                <a:rPr lang="zh-CN" altLang="en-US" dirty="0">
                  <a:sym typeface="Arial" panose="020B0604020202020204"/>
                </a:rPr>
                <a:t>档</a:t>
              </a:r>
              <a:r>
                <a:rPr lang="en-US" altLang="zh-CN" dirty="0">
                  <a:sym typeface="Arial" panose="020B0604020202020204"/>
                </a:rPr>
                <a:t>  </a:t>
              </a:r>
              <a:r>
                <a:rPr lang="zh-CN" altLang="en-US" dirty="0">
                  <a:sym typeface="Arial" panose="020B0604020202020204"/>
                </a:rPr>
                <a:t>编</a:t>
              </a:r>
              <a:r>
                <a:rPr lang="en-US" altLang="zh-CN" dirty="0">
                  <a:sym typeface="Arial" panose="020B0604020202020204"/>
                </a:rPr>
                <a:t>  </a:t>
              </a:r>
              <a:r>
                <a:rPr lang="zh-CN" altLang="en-US" dirty="0">
                  <a:sym typeface="Arial" panose="020B0604020202020204"/>
                </a:rPr>
                <a:t>写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阿里巴巴普惠体 2.0 45 Light" panose="00020600040101010101" pitchFamily="18" charset="-122"/>
                <a:sym typeface="Arial" panose="020B0604020202020204"/>
              </a:endParaRPr>
            </a:p>
            <a:p>
              <a:r>
                <a:rPr lang="en-US" altLang="zh-CN" dirty="0">
                  <a:sym typeface="Arial" panose="020B0604020202020204"/>
                </a:rPr>
                <a:t> </a:t>
              </a:r>
              <a:endParaRPr lang="en-US" altLang="zh-CN" dirty="0">
                <a:sym typeface="Arial" panose="020B0604020202020204"/>
              </a:endParaRPr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9376" y="260648"/>
              <a:ext cx="1102490" cy="1102490"/>
            </a:xfrm>
            <a:prstGeom prst="rect">
              <a:avLst/>
            </a:prstGeom>
          </p:spPr>
        </p:pic>
      </p:grpSp>
      <p:grpSp>
        <p:nvGrpSpPr>
          <p:cNvPr id="19" name="组合 18"/>
          <p:cNvGrpSpPr/>
          <p:nvPr>
            <p:custDataLst>
              <p:tags r:id="rId2"/>
            </p:custDataLst>
          </p:nvPr>
        </p:nvGrpSpPr>
        <p:grpSpPr>
          <a:xfrm>
            <a:off x="334969" y="1052687"/>
            <a:ext cx="4248785" cy="664210"/>
            <a:chOff x="834250" y="4981045"/>
            <a:chExt cx="4248785" cy="664210"/>
          </a:xfrm>
        </p:grpSpPr>
        <p:sp>
          <p:nvSpPr>
            <p:cNvPr id="20" name="TextBox 27"/>
            <p:cNvSpPr txBox="1"/>
            <p:nvPr>
              <p:custDataLst>
                <p:tags r:id="rId3"/>
              </p:custDataLst>
            </p:nvPr>
          </p:nvSpPr>
          <p:spPr>
            <a:xfrm>
              <a:off x="834250" y="4981045"/>
              <a:ext cx="4248785" cy="6642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阿里巴巴普惠体 2.0 75 SemiBold" panose="00020600040101010101" pitchFamily="18" charset="-122"/>
                  <a:sym typeface="Arial" panose="020B0604020202020204"/>
                </a:rPr>
                <a:t>1  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阿里巴巴普惠体 2.0 75 SemiBold" panose="00020600040101010101" pitchFamily="18" charset="-122"/>
                  <a:sym typeface="Arial" panose="020B0604020202020204"/>
                </a:rPr>
                <a:t>编写启动文档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阿里巴巴普惠体 2.0 75 SemiBold" panose="00020600040101010101" pitchFamily="18" charset="-122"/>
                  <a:sym typeface="Arial" panose="020B0604020202020204"/>
                </a:rPr>
                <a:t>/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阿里巴巴普惠体 2.0 75 SemiBold" panose="00020600040101010101" pitchFamily="18" charset="-122"/>
                  <a:sym typeface="Arial" panose="020B0604020202020204"/>
                </a:rPr>
                <a:t>需求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阿里巴巴普惠体 2.0 75 SemiBold" panose="00020600040101010101" pitchFamily="18" charset="-122"/>
                  <a:sym typeface="Arial" panose="020B0604020202020204"/>
                </a:rPr>
                <a:t>说明书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阿里巴巴普惠体 2.0 75 SemiBold" panose="00020600040101010101" pitchFamily="18" charset="-122"/>
                <a:sym typeface="Arial" panose="020B0604020202020204"/>
              </a:endParaRPr>
            </a:p>
          </p:txBody>
        </p:sp>
        <p:sp>
          <p:nvSpPr>
            <p:cNvPr id="21" name="TextBox 27"/>
            <p:cNvSpPr txBox="1"/>
            <p:nvPr>
              <p:custDataLst>
                <p:tags r:id="rId4"/>
              </p:custDataLst>
            </p:nvPr>
          </p:nvSpPr>
          <p:spPr>
            <a:xfrm>
              <a:off x="1107300" y="5222010"/>
              <a:ext cx="2766964" cy="41402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R="0" lvl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阿里巴巴普惠体 2.0 45 Light" panose="00020600040101010101" pitchFamily="18" charset="-122"/>
                <a:sym typeface="Arial" panose="020B0604020202020204"/>
              </a:endParaRPr>
            </a:p>
          </p:txBody>
        </p:sp>
      </p:grpSp>
      <p:grpSp>
        <p:nvGrpSpPr>
          <p:cNvPr id="22" name="组合 21"/>
          <p:cNvGrpSpPr/>
          <p:nvPr>
            <p:custDataLst>
              <p:tags r:id="rId5"/>
            </p:custDataLst>
          </p:nvPr>
        </p:nvGrpSpPr>
        <p:grpSpPr>
          <a:xfrm>
            <a:off x="427178" y="1052851"/>
            <a:ext cx="7513431" cy="2789855"/>
            <a:chOff x="911085" y="3912340"/>
            <a:chExt cx="7513431" cy="2789855"/>
          </a:xfrm>
        </p:grpSpPr>
        <p:sp>
          <p:nvSpPr>
            <p:cNvPr id="23" name="TextBox 27"/>
            <p:cNvSpPr txBox="1"/>
            <p:nvPr>
              <p:custDataLst>
                <p:tags r:id="rId6"/>
              </p:custDataLst>
            </p:nvPr>
          </p:nvSpPr>
          <p:spPr>
            <a:xfrm>
              <a:off x="5283806" y="3912340"/>
              <a:ext cx="3140710" cy="6642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3600" kern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阿里巴巴普惠体 2.0 45 Light" panose="00020600040101010101" pitchFamily="18" charset="-122"/>
                  <a:sym typeface="Arial" panose="020B0604020202020204"/>
                </a:rPr>
                <a:t>2</a:t>
              </a:r>
              <a:r>
                <a:rPr lang="en-US" altLang="zh-CN" sz="240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阿里巴巴普惠体 2.0 75 SemiBold" panose="00020600040101010101" pitchFamily="18" charset="-122"/>
                  <a:sym typeface="Arial" panose="020B0604020202020204"/>
                </a:rPr>
                <a:t> </a:t>
              </a:r>
              <a:r>
                <a:rPr lang="zh-CN" altLang="en-US" sz="240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阿里巴巴普惠体 2.0 75 SemiBold" panose="00020600040101010101" pitchFamily="18" charset="-122"/>
                  <a:sym typeface="Arial" panose="020B0604020202020204"/>
                </a:rPr>
                <a:t>编写系统说明书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阿里巴巴普惠体 2.0 75 SemiBold" panose="00020600040101010101" pitchFamily="18" charset="-122"/>
                <a:sym typeface="Arial" panose="020B0604020202020204"/>
              </a:endParaRPr>
            </a:p>
          </p:txBody>
        </p:sp>
        <p:sp>
          <p:nvSpPr>
            <p:cNvPr id="24" name="TextBox 27"/>
            <p:cNvSpPr txBox="1"/>
            <p:nvPr>
              <p:custDataLst>
                <p:tags r:id="rId7"/>
              </p:custDataLst>
            </p:nvPr>
          </p:nvSpPr>
          <p:spPr>
            <a:xfrm>
              <a:off x="911085" y="6288175"/>
              <a:ext cx="2766964" cy="41402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R="0" lvl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阿里巴巴普惠体 2.0 45 Light" panose="00020600040101010101" pitchFamily="18" charset="-122"/>
                <a:sym typeface="Arial" panose="020B0604020202020204"/>
              </a:endParaRPr>
            </a:p>
          </p:txBody>
        </p:sp>
      </p:grpSp>
      <p:grpSp>
        <p:nvGrpSpPr>
          <p:cNvPr id="25" name="组合 24"/>
          <p:cNvGrpSpPr/>
          <p:nvPr>
            <p:custDataLst>
              <p:tags r:id="rId8"/>
            </p:custDataLst>
          </p:nvPr>
        </p:nvGrpSpPr>
        <p:grpSpPr>
          <a:xfrm>
            <a:off x="623283" y="946642"/>
            <a:ext cx="11241405" cy="3040680"/>
            <a:chOff x="-6813690" y="1141835"/>
            <a:chExt cx="11241405" cy="3040680"/>
          </a:xfrm>
        </p:grpSpPr>
        <p:sp>
          <p:nvSpPr>
            <p:cNvPr id="26" name="TextBox 27"/>
            <p:cNvSpPr txBox="1"/>
            <p:nvPr>
              <p:custDataLst>
                <p:tags r:id="rId9"/>
              </p:custDataLst>
            </p:nvPr>
          </p:nvSpPr>
          <p:spPr>
            <a:xfrm>
              <a:off x="1106665" y="1141835"/>
              <a:ext cx="3321050" cy="11068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阿里巴巴普惠体 2.0 75 SemiBold" panose="00020600040101010101" pitchFamily="18" charset="-122"/>
                  <a:sym typeface="Arial" panose="020B0604020202020204"/>
                </a:rPr>
                <a:t>3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阿里巴巴普惠体 2.0 75 SemiBold" panose="00020600040101010101" pitchFamily="18" charset="-122"/>
                  <a:sym typeface="Arial" panose="020B0604020202020204"/>
                </a:rPr>
                <a:t> 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阿里巴巴普惠体 2.0 75 SemiBold" panose="00020600040101010101" pitchFamily="18" charset="-122"/>
                  <a:sym typeface="Arial" panose="020B0604020202020204"/>
                </a:rPr>
                <a:t>填写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阿里巴巴普惠体 2.0 75 SemiBold" panose="00020600040101010101" pitchFamily="18" charset="-122"/>
                  <a:sym typeface="Arial" panose="020B0604020202020204"/>
                </a:rPr>
                <a:t>Srcum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阿里巴巴普惠体 2.0 75 SemiBold" panose="00020600040101010101" pitchFamily="18" charset="-122"/>
                  <a:sym typeface="Arial" panose="020B0604020202020204"/>
                </a:rPr>
                <a:t>开发计划表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阿里巴巴普惠体 2.0 75 SemiBold" panose="00020600040101010101" pitchFamily="18" charset="-122"/>
                  <a:sym typeface="Arial" panose="020B0604020202020204"/>
                </a:rPr>
                <a:t>/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阿里巴巴普惠体 2.0 75 SemiBold" panose="00020600040101010101" pitchFamily="18" charset="-122"/>
                  <a:sym typeface="Arial" panose="020B0604020202020204"/>
                </a:rPr>
                <a:t>系统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阿里巴巴普惠体 2.0 75 SemiBold" panose="00020600040101010101" pitchFamily="18" charset="-122"/>
                  <a:sym typeface="Arial" panose="020B0604020202020204"/>
                </a:rPr>
                <a:t>Buglist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阿里巴巴普惠体 2.0 75 SemiBold" panose="00020600040101010101" pitchFamily="18" charset="-122"/>
                  <a:sym typeface="Arial" panose="020B0604020202020204"/>
                </a:rPr>
                <a:t>表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阿里巴巴普惠体 2.0 75 SemiBold" panose="00020600040101010101" pitchFamily="18" charset="-122"/>
                <a:sym typeface="Arial" panose="020B0604020202020204"/>
              </a:endParaRPr>
            </a:p>
          </p:txBody>
        </p:sp>
        <p:sp>
          <p:nvSpPr>
            <p:cNvPr id="27" name="TextBox 27"/>
            <p:cNvSpPr txBox="1"/>
            <p:nvPr>
              <p:custDataLst>
                <p:tags r:id="rId10"/>
              </p:custDataLst>
            </p:nvPr>
          </p:nvSpPr>
          <p:spPr>
            <a:xfrm>
              <a:off x="-6813690" y="3768495"/>
              <a:ext cx="2766964" cy="41402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R="0" lvl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阿里巴巴普惠体 2.0 45 Light" panose="00020600040101010101" pitchFamily="18" charset="-122"/>
                  <a:sym typeface="Arial" panose="020B0604020202020204"/>
                </a:rPr>
                <a:t>4  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阿里巴巴普惠体 2.0 45 Light" panose="00020600040101010101" pitchFamily="18" charset="-122"/>
                <a:sym typeface="Arial" panose="020B0604020202020204"/>
              </a:endParaRPr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1180" y="1678940"/>
            <a:ext cx="3258185" cy="159194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1180" y="3573145"/>
            <a:ext cx="3246120" cy="2286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71720" y="1678940"/>
            <a:ext cx="3159125" cy="278574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61255" y="4437380"/>
            <a:ext cx="2980055" cy="231648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28025" y="2145665"/>
            <a:ext cx="3803015" cy="206692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47075" y="4386580"/>
            <a:ext cx="3783965" cy="231711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244600" y="819785"/>
            <a:ext cx="61525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cs typeface="阿里巴巴普惠体 2.0 45 Light" panose="00020600040101010101" pitchFamily="18" charset="-122"/>
                <a:sym typeface="Arial" panose="020B0604020202020204"/>
              </a:rPr>
              <a:t>编写项目的技术文档，包括需求文档、设计文档、实现文档、测试文档等</a:t>
            </a:r>
            <a:endParaRPr lang="zh-CN" alt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63354" y="32049"/>
            <a:ext cx="4392489" cy="1102490"/>
            <a:chOff x="479376" y="260648"/>
            <a:chExt cx="4392489" cy="1102490"/>
          </a:xfrm>
        </p:grpSpPr>
        <p:sp>
          <p:nvSpPr>
            <p:cNvPr id="5" name="图形"/>
            <p:cNvSpPr txBox="1"/>
            <p:nvPr/>
          </p:nvSpPr>
          <p:spPr>
            <a:xfrm>
              <a:off x="1607767" y="438337"/>
              <a:ext cx="3264098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 fontAlgn="auto">
                <a:lnSpc>
                  <a:spcPct val="100000"/>
                </a:lnSpc>
                <a:defRPr sz="3200" b="1">
                  <a:ln w="0"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/>
                  <a:ea typeface="微软雅黑" panose="020B0503020204020204" charset="-122"/>
                  <a:cs typeface="阿里巴巴普惠体 2.0 75 SemiBold" panose="00020600040101010101" pitchFamily="18" charset="-122"/>
                </a:defRPr>
              </a:lvl1pPr>
            </a:lstStyle>
            <a:p>
              <a:r>
                <a:rPr lang="zh-CN" altLang="en-US" dirty="0">
                  <a:sym typeface="Arial" panose="020B0604020202020204"/>
                </a:rPr>
                <a:t>数据集标注</a:t>
              </a:r>
              <a:endParaRPr lang="zh-CN" altLang="en-US" dirty="0">
                <a:sym typeface="Arial" panose="020B0604020202020204"/>
              </a:endParaRPr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9376" y="260648"/>
              <a:ext cx="1102490" cy="1102490"/>
            </a:xfrm>
            <a:prstGeom prst="rect">
              <a:avLst/>
            </a:prstGeom>
          </p:spPr>
        </p:pic>
      </p:grpSp>
      <p:sp>
        <p:nvSpPr>
          <p:cNvPr id="10" name="TextBox 27"/>
          <p:cNvSpPr txBox="1"/>
          <p:nvPr>
            <p:custDataLst>
              <p:tags r:id="rId2"/>
            </p:custDataLst>
          </p:nvPr>
        </p:nvSpPr>
        <p:spPr>
          <a:xfrm>
            <a:off x="6671945" y="116840"/>
            <a:ext cx="5452110" cy="1841500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marR="0" lvl="0" indent="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阿里巴巴普惠体 2.0 45 Light" panose="00020600040101010101" pitchFamily="18" charset="-122"/>
                <a:sym typeface="Arial" panose="020B0604020202020204"/>
              </a:rPr>
              <a:t>1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阿里巴巴普惠体 2.0 45 Light" panose="00020600040101010101" pitchFamily="18" charset="-122"/>
                <a:sym typeface="Arial" panose="020B0604020202020204"/>
              </a:rPr>
              <a:t>收集并整理所需的数据集样本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阿里巴巴普惠体 2.0 45 Light" panose="00020600040101010101" pitchFamily="18" charset="-122"/>
              <a:sym typeface="Arial" panose="020B0604020202020204"/>
            </a:endParaRPr>
          </a:p>
          <a:p>
            <a:pPr marR="0" lvl="0" indent="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240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阿里巴巴普惠体 2.0 45 Light" panose="00020600040101010101" pitchFamily="18" charset="-122"/>
                <a:sym typeface="Arial" panose="020B0604020202020204"/>
              </a:rPr>
              <a:t>2</a:t>
            </a:r>
            <a:r>
              <a:rPr lang="zh-CN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阿里巴巴普惠体 2.0 45 Light" panose="00020600040101010101" pitchFamily="18" charset="-122"/>
                <a:sym typeface="Arial" panose="020B0604020202020204"/>
              </a:rPr>
              <a:t>学习</a:t>
            </a:r>
            <a:r>
              <a:rPr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阿里巴巴普惠体 2.0 45 Light" panose="00020600040101010101" pitchFamily="18" charset="-122"/>
                <a:sym typeface="Arial" panose="020B0604020202020204"/>
              </a:rPr>
              <a:t>使用 LabelImg 工具</a:t>
            </a:r>
            <a:endParaRPr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阿里巴巴普惠体 2.0 45 Light" panose="00020600040101010101" pitchFamily="18" charset="-122"/>
              <a:sym typeface="Arial" panose="020B0604020202020204"/>
            </a:endParaRPr>
          </a:p>
          <a:p>
            <a:pPr marR="0" lvl="0" indent="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阿里巴巴普惠体 2.0 45 Light" panose="00020600040101010101" pitchFamily="18" charset="-122"/>
                <a:sym typeface="Arial" panose="020B0604020202020204"/>
              </a:rPr>
              <a:t>   </a:t>
            </a:r>
            <a:r>
              <a:rPr kumimoji="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阿里巴巴普惠体 2.0 45 Light" panose="00020600040101010101" pitchFamily="18" charset="-122"/>
                <a:sym typeface="Arial" panose="020B0604020202020204"/>
              </a:rPr>
              <a:t>对验证码和车牌号图片进行标注</a:t>
            </a:r>
            <a:endParaRPr kumimoji="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阿里巴巴普惠体 2.0 45 Light" panose="00020600040101010101" pitchFamily="18" charset="-122"/>
              <a:sym typeface="Arial" panose="020B0604020202020204"/>
            </a:endParaRPr>
          </a:p>
          <a:p>
            <a:pPr marR="0" lvl="0" indent="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阿里巴巴普惠体 2.0 45 Light" panose="00020600040101010101" pitchFamily="18" charset="-122"/>
                <a:sym typeface="Arial" panose="020B0604020202020204"/>
              </a:rPr>
              <a:t>   </a:t>
            </a:r>
            <a:r>
              <a:rPr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阿里巴巴普惠体 2.0 45 Light" panose="00020600040101010101" pitchFamily="18" charset="-122"/>
                <a:sym typeface="Arial" panose="020B0604020202020204"/>
              </a:rPr>
              <a:t>生成 Pascal VOC 或 YOLO 格式</a:t>
            </a:r>
            <a:r>
              <a:rPr lang="zh-CN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阿里巴巴普惠体 2.0 45 Light" panose="00020600040101010101" pitchFamily="18" charset="-122"/>
                <a:sym typeface="Arial" panose="020B0604020202020204"/>
              </a:rPr>
              <a:t>数据集结构</a:t>
            </a:r>
            <a:endParaRPr lang="zh-CN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阿里巴巴普惠体 2.0 45 Light" panose="00020600040101010101" pitchFamily="18" charset="-122"/>
              <a:sym typeface="Arial" panose="020B0604020202020204"/>
            </a:endParaRPr>
          </a:p>
          <a:p>
            <a:pPr marR="0" lvl="0" indent="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240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阿里巴巴普惠体 2.0 45 Light" panose="00020600040101010101" pitchFamily="18" charset="-122"/>
                <a:sym typeface="Arial" panose="020B0604020202020204"/>
              </a:rPr>
              <a:t>3</a:t>
            </a:r>
            <a:r>
              <a:rPr lang="zh-CN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阿里巴巴普惠体 2.0 45 Light" panose="00020600040101010101" pitchFamily="18" charset="-122"/>
                <a:sym typeface="Arial" panose="020B0604020202020204"/>
              </a:rPr>
              <a:t>进行数据清洗与格式转换为XML</a:t>
            </a:r>
            <a:r>
              <a:rPr lang="en-US" altLang="zh-CN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阿里巴巴普惠体 2.0 45 Light" panose="00020600040101010101" pitchFamily="18" charset="-122"/>
                <a:sym typeface="Arial" panose="020B0604020202020204"/>
              </a:rPr>
              <a:t>/</a:t>
            </a:r>
            <a:r>
              <a:rPr lang="zh-CN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阿里巴巴普惠体 2.0 45 Light" panose="00020600040101010101" pitchFamily="18" charset="-122"/>
                <a:sym typeface="Arial" panose="020B0604020202020204"/>
              </a:rPr>
              <a:t>TXT</a:t>
            </a:r>
            <a:r>
              <a:rPr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阿里巴巴普惠体 2.0 45 Light" panose="00020600040101010101" pitchFamily="18" charset="-122"/>
                <a:sym typeface="Arial" panose="020B0604020202020204"/>
              </a:rPr>
              <a:t>标签文件</a:t>
            </a:r>
            <a:endParaRPr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阿里巴巴普惠体 2.0 45 Light" panose="00020600040101010101" pitchFamily="18" charset="-122"/>
              <a:sym typeface="Arial" panose="020B0604020202020204"/>
            </a:endParaRPr>
          </a:p>
          <a:p>
            <a:pPr marR="0" lvl="0" indent="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阿里巴巴普惠体 2.0 45 Light" panose="00020600040101010101" pitchFamily="18" charset="-122"/>
                <a:sym typeface="Arial" panose="020B0604020202020204"/>
              </a:rPr>
              <a:t>   </a:t>
            </a:r>
            <a:r>
              <a:rPr lang="zh-CN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阿里巴巴普惠体 2.0 45 Light" panose="00020600040101010101" pitchFamily="18" charset="-122"/>
                <a:sym typeface="Arial" panose="020B0604020202020204"/>
              </a:rPr>
              <a:t>确保获得的训练集的质量与准确无误</a:t>
            </a:r>
            <a:endParaRPr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阿里巴巴普惠体 2.0 45 Light" panose="00020600040101010101" pitchFamily="18" charset="-122"/>
              <a:sym typeface="Arial" panose="020B0604020202020204"/>
            </a:endParaRPr>
          </a:p>
          <a:p>
            <a:pPr marR="0" lvl="0" indent="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kumimoji="0" lang="zh-CN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阿里巴巴普惠体 2.0 45 Light" panose="00020600040101010101" pitchFamily="18" charset="-122"/>
              <a:sym typeface="Arial" panose="020B0604020202020204"/>
            </a:endParaRPr>
          </a:p>
          <a:p>
            <a:pPr marR="0" lvl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阿里巴巴普惠体 2.0 45 Light" panose="00020600040101010101" pitchFamily="18" charset="-122"/>
              <a:sym typeface="Arial" panose="020B0604020202020204"/>
            </a:endParaRPr>
          </a:p>
          <a:p>
            <a:pPr marR="0" lvl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阿里巴巴普惠体 2.0 45 Light" panose="00020600040101010101" pitchFamily="18" charset="-122"/>
              <a:sym typeface="Arial" panose="020B0604020202020204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" y="2205355"/>
            <a:ext cx="6245860" cy="444627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8235" y="3148965"/>
            <a:ext cx="4113530" cy="34664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63354" y="32049"/>
            <a:ext cx="4392489" cy="1102490"/>
            <a:chOff x="479376" y="260648"/>
            <a:chExt cx="4392489" cy="1102490"/>
          </a:xfrm>
        </p:grpSpPr>
        <p:sp>
          <p:nvSpPr>
            <p:cNvPr id="5" name="图形"/>
            <p:cNvSpPr txBox="1"/>
            <p:nvPr/>
          </p:nvSpPr>
          <p:spPr>
            <a:xfrm>
              <a:off x="1607767" y="438337"/>
              <a:ext cx="3264098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 fontAlgn="auto">
                <a:lnSpc>
                  <a:spcPct val="100000"/>
                </a:lnSpc>
                <a:defRPr sz="3200" b="1">
                  <a:ln w="0"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/>
                  <a:ea typeface="微软雅黑" panose="020B0503020204020204" charset="-122"/>
                  <a:cs typeface="阿里巴巴普惠体 2.0 75 SemiBold" panose="00020600040101010101" pitchFamily="18" charset="-122"/>
                </a:defRPr>
              </a:lvl1pPr>
            </a:lstStyle>
            <a:p>
              <a:r>
                <a:rPr lang="zh-CN" altLang="en-US" dirty="0">
                  <a:sym typeface="Arial" panose="020B0604020202020204"/>
                </a:rPr>
                <a:t>测试</a:t>
              </a:r>
              <a:r>
                <a:rPr lang="zh-CN" altLang="en-US" dirty="0">
                  <a:sym typeface="Arial" panose="020B0604020202020204"/>
                </a:rPr>
                <a:t>反馈</a:t>
              </a:r>
              <a:endParaRPr lang="zh-CN" altLang="en-US" dirty="0">
                <a:sym typeface="Arial" panose="020B0604020202020204"/>
              </a:endParaRPr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9376" y="260648"/>
              <a:ext cx="1102490" cy="1102490"/>
            </a:xfrm>
            <a:prstGeom prst="rect">
              <a:avLst/>
            </a:prstGeom>
          </p:spPr>
        </p:pic>
      </p:grpSp>
      <p:sp>
        <p:nvSpPr>
          <p:cNvPr id="10" name="TextBox 27"/>
          <p:cNvSpPr txBox="1"/>
          <p:nvPr>
            <p:custDataLst>
              <p:tags r:id="rId2"/>
            </p:custDataLst>
          </p:nvPr>
        </p:nvSpPr>
        <p:spPr>
          <a:xfrm>
            <a:off x="551180" y="2853055"/>
            <a:ext cx="5452110" cy="1841500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marR="0" lvl="0" indent="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阿里巴巴普惠体 2.0 45 Light" panose="00020600040101010101" pitchFamily="18" charset="-122"/>
                <a:sym typeface="Arial" panose="020B0604020202020204"/>
              </a:rPr>
              <a:t>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阿里巴巴普惠体 2.0 45 Light" panose="00020600040101010101" pitchFamily="18" charset="-122"/>
                <a:sym typeface="Arial" panose="020B0604020202020204"/>
              </a:rPr>
              <a:t>进行外部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阿里巴巴普惠体 2.0 45 Light" panose="00020600040101010101" pitchFamily="18" charset="-122"/>
                <a:sym typeface="Arial" panose="020B0604020202020204"/>
              </a:rPr>
              <a:t>测试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阿里巴巴普惠体 2.0 45 Light" panose="00020600040101010101" pitchFamily="18" charset="-122"/>
              <a:sym typeface="Arial" panose="020B0604020202020204"/>
            </a:endParaRPr>
          </a:p>
          <a:p>
            <a:pPr marR="0" lvl="0" indent="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阿里巴巴普惠体 2.0 45 Light" panose="00020600040101010101" pitchFamily="18" charset="-122"/>
                <a:sym typeface="Arial" panose="020B0604020202020204"/>
              </a:rPr>
              <a:t>   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阿里巴巴普惠体 2.0 45 Light" panose="00020600040101010101" pitchFamily="18" charset="-122"/>
                <a:sym typeface="Arial" panose="020B0604020202020204"/>
              </a:rPr>
              <a:t>检测系统功能和性能的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阿里巴巴普惠体 2.0 45 Light" panose="00020600040101010101" pitchFamily="18" charset="-122"/>
                <a:sym typeface="Arial" panose="020B0604020202020204"/>
              </a:rPr>
              <a:t>全面性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阿里巴巴普惠体 2.0 45 Light" panose="00020600040101010101" pitchFamily="18" charset="-122"/>
              <a:sym typeface="Arial" panose="020B0604020202020204"/>
            </a:endParaRPr>
          </a:p>
          <a:p>
            <a:pPr marR="0" lvl="0" indent="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阿里巴巴普惠体 2.0 45 Light" panose="00020600040101010101" pitchFamily="18" charset="-122"/>
                <a:sym typeface="Arial" panose="020B0604020202020204"/>
              </a:rPr>
              <a:t>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阿里巴巴普惠体 2.0 45 Light" panose="00020600040101010101" pitchFamily="18" charset="-122"/>
                <a:sym typeface="Arial" panose="020B0604020202020204"/>
              </a:rPr>
              <a:t>收集使用过程中的反馈和问题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阿里巴巴普惠体 2.0 45 Light" panose="00020600040101010101" pitchFamily="18" charset="-122"/>
              <a:sym typeface="Arial" panose="020B0604020202020204"/>
            </a:endParaRPr>
          </a:p>
          <a:p>
            <a:pPr marR="0" lvl="0" indent="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阿里巴巴普惠体 2.0 45 Light" panose="00020600040101010101" pitchFamily="18" charset="-122"/>
                <a:sym typeface="Arial" panose="020B0604020202020204"/>
              </a:rPr>
              <a:t>   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阿里巴巴普惠体 2.0 45 Light" panose="00020600040101010101" pitchFamily="18" charset="-122"/>
                <a:sym typeface="Arial" panose="020B0604020202020204"/>
              </a:rPr>
              <a:t>将测试出的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阿里巴巴普惠体 2.0 45 Light" panose="00020600040101010101" pitchFamily="18" charset="-122"/>
                <a:sym typeface="Arial" panose="020B0604020202020204"/>
              </a:rPr>
              <a:t>bug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阿里巴巴普惠体 2.0 45 Light" panose="00020600040101010101" pitchFamily="18" charset="-122"/>
                <a:sym typeface="Arial" panose="020B0604020202020204"/>
              </a:rPr>
              <a:t>及时反馈并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阿里巴巴普惠体 2.0 45 Light" panose="00020600040101010101" pitchFamily="18" charset="-122"/>
                <a:sym typeface="Arial" panose="020B0604020202020204"/>
              </a:rPr>
              <a:t>改进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阿里巴巴普惠体 2.0 45 Light" panose="00020600040101010101" pitchFamily="18" charset="-122"/>
              <a:sym typeface="Arial" panose="020B0604020202020204"/>
            </a:endParaRPr>
          </a:p>
          <a:p>
            <a:pPr marR="0" lvl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阿里巴巴普惠体 2.0 45 Light" panose="00020600040101010101" pitchFamily="18" charset="-122"/>
              <a:sym typeface="Arial" panose="020B0604020202020204"/>
            </a:endParaRPr>
          </a:p>
          <a:p>
            <a:pPr marR="0" lvl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阿里巴巴普惠体 2.0 45 Light" panose="00020600040101010101" pitchFamily="18" charset="-122"/>
              <a:sym typeface="Arial" panose="020B0604020202020204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5955" y="404495"/>
            <a:ext cx="5255260" cy="354711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575" y="4797425"/>
            <a:ext cx="7256145" cy="18408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63354" y="32049"/>
            <a:ext cx="4392489" cy="1102490"/>
            <a:chOff x="479376" y="260648"/>
            <a:chExt cx="4392489" cy="1102490"/>
          </a:xfrm>
        </p:grpSpPr>
        <p:sp>
          <p:nvSpPr>
            <p:cNvPr id="5" name="图形"/>
            <p:cNvSpPr txBox="1"/>
            <p:nvPr/>
          </p:nvSpPr>
          <p:spPr>
            <a:xfrm>
              <a:off x="1607767" y="438337"/>
              <a:ext cx="3264098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 fontAlgn="auto">
                <a:lnSpc>
                  <a:spcPct val="100000"/>
                </a:lnSpc>
                <a:defRPr sz="3200" b="1">
                  <a:ln w="0"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/>
                  <a:ea typeface="微软雅黑" panose="020B0503020204020204" charset="-122"/>
                  <a:cs typeface="阿里巴巴普惠体 2.0 75 SemiBold" panose="00020600040101010101" pitchFamily="18" charset="-122"/>
                </a:defRPr>
              </a:lvl1pPr>
            </a:lstStyle>
            <a:p>
              <a:r>
                <a:rPr lang="zh-CN" altLang="en-US" dirty="0">
                  <a:sym typeface="Arial" panose="020B0604020202020204"/>
                </a:rPr>
                <a:t>总结</a:t>
              </a:r>
              <a:r>
                <a:rPr lang="zh-CN" altLang="en-US" dirty="0">
                  <a:sym typeface="Arial" panose="020B0604020202020204"/>
                </a:rPr>
                <a:t>收尾</a:t>
              </a:r>
              <a:endParaRPr lang="zh-CN" altLang="en-US" dirty="0">
                <a:sym typeface="Arial" panose="020B0604020202020204"/>
              </a:endParaRPr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9376" y="260648"/>
              <a:ext cx="1102490" cy="1102490"/>
            </a:xfrm>
            <a:prstGeom prst="rect">
              <a:avLst/>
            </a:prstGeom>
          </p:spPr>
        </p:pic>
      </p:grpSp>
      <p:sp>
        <p:nvSpPr>
          <p:cNvPr id="10" name="TextBox 27"/>
          <p:cNvSpPr txBox="1"/>
          <p:nvPr>
            <p:custDataLst>
              <p:tags r:id="rId2"/>
            </p:custDataLst>
          </p:nvPr>
        </p:nvSpPr>
        <p:spPr>
          <a:xfrm>
            <a:off x="335280" y="1268730"/>
            <a:ext cx="4968875" cy="1819910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marR="0" lvl="0" indent="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altLang="zh-CN" sz="3200" b="0" i="0" u="none" strike="noStrike" kern="1200" cap="none" spc="0" normalizeH="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charset="-122"/>
                <a:cs typeface="阿里巴巴普惠体 2.0 75 SemiBold" panose="00020600040101010101" pitchFamily="18" charset="-122"/>
                <a:sym typeface="Arial" panose="020B0604020202020204"/>
              </a:rPr>
              <a:t>1  </a:t>
            </a:r>
            <a:r>
              <a:rPr kumimoji="0" lang="zh-CN" altLang="en-US" sz="1600" b="0" i="0" u="none" strike="noStrike" kern="1200" cap="none" spc="0" normalizeH="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charset="-122"/>
                <a:cs typeface="阿里巴巴普惠体 2.0 75 SemiBold" panose="00020600040101010101" pitchFamily="18" charset="-122"/>
                <a:sym typeface="Arial" panose="020B0604020202020204"/>
              </a:rPr>
              <a:t>编写关闭总结报告</a:t>
            </a:r>
            <a:endParaRPr kumimoji="0" lang="zh-CN" altLang="en-US" sz="1600" b="0" i="0" u="none" strike="noStrike" kern="1200" cap="none" spc="0" normalizeH="0" baseline="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/>
              <a:ea typeface="微软雅黑" panose="020B0503020204020204" charset="-122"/>
              <a:cs typeface="阿里巴巴普惠体 2.0 75 SemiBold" panose="00020600040101010101" pitchFamily="18" charset="-122"/>
              <a:sym typeface="Arial" panose="020B0604020202020204"/>
            </a:endParaRPr>
          </a:p>
          <a:p>
            <a:pPr marR="0" lvl="0" indent="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1600" b="0" i="0" u="none" strike="noStrike" kern="1200" cap="none" spc="0" normalizeH="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charset="-122"/>
                <a:cs typeface="阿里巴巴普惠体 2.0 75 SemiBold" panose="00020600040101010101" pitchFamily="18" charset="-122"/>
                <a:sym typeface="Arial" panose="020B0604020202020204"/>
              </a:rPr>
              <a:t>总结项目实施过程，评估项目的成效和不足</a:t>
            </a:r>
            <a:endParaRPr kumimoji="0" lang="zh-CN" altLang="en-US" sz="1600" b="0" i="0" u="none" strike="noStrike" kern="1200" cap="none" spc="0" normalizeH="0" baseline="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/>
              <a:ea typeface="微软雅黑" panose="020B0503020204020204" charset="-122"/>
              <a:cs typeface="阿里巴巴普惠体 2.0 75 SemiBold" panose="00020600040101010101" pitchFamily="18" charset="-122"/>
              <a:sym typeface="Arial" panose="020B0604020202020204"/>
            </a:endParaRPr>
          </a:p>
          <a:p>
            <a:pPr marR="0" lvl="0" indent="0" algn="l" defTabSz="9144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1600" b="0" i="0" u="none" strike="noStrike" kern="1200" cap="none" spc="0" normalizeH="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charset="-122"/>
                <a:cs typeface="阿里巴巴普惠体 2.0 75 SemiBold" panose="00020600040101010101" pitchFamily="18" charset="-122"/>
                <a:sym typeface="Arial" panose="020B0604020202020204"/>
              </a:rPr>
              <a:t>提炼项目经验教训，为后续项目提供参考</a:t>
            </a:r>
            <a:endParaRPr kumimoji="0" lang="zh-CN" altLang="en-US" sz="1600" b="0" i="0" u="none" strike="noStrike" kern="1200" cap="none" spc="0" normalizeH="0" baseline="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/>
              <a:ea typeface="微软雅黑" panose="020B0503020204020204" charset="-122"/>
              <a:cs typeface="阿里巴巴普惠体 2.0 75 SemiBold" panose="00020600040101010101" pitchFamily="18" charset="-122"/>
              <a:sym typeface="Arial" panose="020B0604020202020204"/>
            </a:endParaRPr>
          </a:p>
          <a:p>
            <a:pPr marR="0" lvl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阿里巴巴普惠体 2.0 45 Light" panose="00020600040101010101" pitchFamily="18" charset="-122"/>
              <a:sym typeface="Arial" panose="020B0604020202020204"/>
            </a:endParaRPr>
          </a:p>
          <a:p>
            <a:pPr marR="0" lvl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阿里巴巴普惠体 2.0 45 Light" panose="00020600040101010101" pitchFamily="18" charset="-122"/>
              <a:sym typeface="Arial" panose="020B0604020202020204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" y="2997200"/>
            <a:ext cx="3834765" cy="13112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4020" y="2565400"/>
            <a:ext cx="3936365" cy="338328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511675" y="1557020"/>
            <a:ext cx="35769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charset="-122"/>
                <a:cs typeface="阿里巴巴普惠体 2.0 75 SemiBold" panose="00020600040101010101" pitchFamily="18" charset="-122"/>
              </a:rPr>
              <a:t>2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charset="-122"/>
                <a:cs typeface="阿里巴巴普惠体 2.0 75 SemiBold" panose="00020600040101010101" pitchFamily="18" charset="-122"/>
              </a:rPr>
              <a:t> 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charset="-122"/>
                <a:cs typeface="阿里巴巴普惠体 2.0 75 SemiBold" panose="00020600040101010101" pitchFamily="18" charset="-122"/>
              </a:rPr>
              <a:t>撰写用户手册，指导用户的使用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/>
              <a:ea typeface="微软雅黑" panose="020B0503020204020204" charset="-122"/>
              <a:cs typeface="阿里巴巴普惠体 2.0 75 SemiBold" panose="00020600040101010101" pitchFamily="18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120505" y="1557020"/>
            <a:ext cx="30181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charset="-122"/>
                <a:cs typeface="阿里巴巴普惠体 2.0 75 SemiBold" panose="00020600040101010101" pitchFamily="18" charset="-122"/>
              </a:rPr>
              <a:t>3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charset="-122"/>
                <a:cs typeface="阿里巴巴普惠体 2.0 75 SemiBold" panose="00020600040101010101" pitchFamily="18" charset="-122"/>
              </a:rPr>
              <a:t>准备项目的验收与展示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/>
              <a:ea typeface="微软雅黑" panose="020B0503020204020204" charset="-122"/>
              <a:cs typeface="阿里巴巴普惠体 2.0 75 SemiBold" panose="00020600040101010101" pitchFamily="18" charset="-122"/>
            </a:endParaRPr>
          </a:p>
          <a:p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charset="-122"/>
                <a:cs typeface="阿里巴巴普惠体 2.0 75 SemiBold" panose="00020600040101010101" pitchFamily="18" charset="-122"/>
              </a:rPr>
              <a:t>     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微软雅黑" panose="020B0503020204020204" charset="-122"/>
                <a:cs typeface="阿里巴巴普惠体 2.0 75 SemiBold" panose="00020600040101010101" pitchFamily="18" charset="-122"/>
              </a:rPr>
              <a:t>整理并提交过程文档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/>
              <a:ea typeface="微软雅黑" panose="020B0503020204020204" charset="-122"/>
              <a:cs typeface="阿里巴巴普惠体 2.0 75 SemiBold" panose="00020600040101010101" pitchFamily="18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rcRect r="40869"/>
          <a:stretch>
            <a:fillRect/>
          </a:stretch>
        </p:blipFill>
        <p:spPr>
          <a:xfrm>
            <a:off x="8400415" y="2637155"/>
            <a:ext cx="3577590" cy="34042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7" r="10129"/>
          <a:stretch>
            <a:fillRect/>
          </a:stretch>
        </p:blipFill>
        <p:spPr>
          <a:xfrm>
            <a:off x="-3" y="-1"/>
            <a:ext cx="12192003" cy="6858001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143312" y="2530491"/>
            <a:ext cx="367030" cy="3811125"/>
            <a:chOff x="11689987" y="615675"/>
            <a:chExt cx="367030" cy="3811125"/>
          </a:xfrm>
        </p:grpSpPr>
        <p:grpSp>
          <p:nvGrpSpPr>
            <p:cNvPr id="4" name="组合 3"/>
            <p:cNvGrpSpPr/>
            <p:nvPr/>
          </p:nvGrpSpPr>
          <p:grpSpPr>
            <a:xfrm>
              <a:off x="11689987" y="1908421"/>
              <a:ext cx="367030" cy="2518379"/>
              <a:chOff x="11689987" y="1908421"/>
              <a:chExt cx="367030" cy="2518379"/>
            </a:xfrm>
          </p:grpSpPr>
          <p:sp>
            <p:nvSpPr>
              <p:cNvPr id="6" name="文本框 5"/>
              <p:cNvSpPr txBox="1"/>
              <p:nvPr/>
            </p:nvSpPr>
            <p:spPr>
              <a:xfrm>
                <a:off x="11689987" y="1908421"/>
                <a:ext cx="367030" cy="2518379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algn="dist"/>
                <a:r>
                  <a:rPr lang="zh-CN" altLang="en-US" sz="1200" dirty="0">
                    <a:solidFill>
                      <a:schemeClr val="bg1"/>
                    </a:solidFill>
                    <a:latin typeface="Arial" panose="020B0604020202020204"/>
                    <a:ea typeface="微软雅黑" panose="020B0503020204020204" charset="-122"/>
                    <a:sym typeface="Arial" panose="020B0604020202020204"/>
                  </a:rPr>
                  <a:t>深度学习目标检测</a:t>
                </a:r>
                <a:endParaRPr lang="zh-CN" altLang="en-US" sz="1200" dirty="0">
                  <a:solidFill>
                    <a:schemeClr val="bg1"/>
                  </a:solidFill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cxnSp>
            <p:nvCxnSpPr>
              <p:cNvPr id="7" name="直接连接符 6"/>
              <p:cNvCxnSpPr/>
              <p:nvPr/>
            </p:nvCxnSpPr>
            <p:spPr>
              <a:xfrm>
                <a:off x="11790893" y="2149317"/>
                <a:ext cx="150448" cy="89059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接连接符 7"/>
              <p:cNvCxnSpPr/>
              <p:nvPr/>
            </p:nvCxnSpPr>
            <p:spPr>
              <a:xfrm>
                <a:off x="11790893" y="2475938"/>
                <a:ext cx="150448" cy="89059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>
                <a:off x="11790893" y="2802559"/>
                <a:ext cx="150448" cy="89059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>
                <a:off x="11790893" y="3129180"/>
                <a:ext cx="150448" cy="89059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/>
            </p:nvCxnSpPr>
            <p:spPr>
              <a:xfrm>
                <a:off x="11790893" y="3455801"/>
                <a:ext cx="150448" cy="89059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/>
            </p:nvCxnSpPr>
            <p:spPr>
              <a:xfrm>
                <a:off x="11790893" y="3782422"/>
                <a:ext cx="150448" cy="89059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/>
              <p:nvPr/>
            </p:nvCxnSpPr>
            <p:spPr>
              <a:xfrm>
                <a:off x="11790893" y="4109044"/>
                <a:ext cx="150448" cy="89059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" name="直接连接符 4"/>
            <p:cNvCxnSpPr/>
            <p:nvPr/>
          </p:nvCxnSpPr>
          <p:spPr>
            <a:xfrm>
              <a:off x="11848900" y="615675"/>
              <a:ext cx="0" cy="1231900"/>
            </a:xfrm>
            <a:prstGeom prst="line">
              <a:avLst/>
            </a:prstGeom>
            <a:ln>
              <a:solidFill>
                <a:schemeClr val="bg1">
                  <a:alpha val="3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/>
          <p:cNvGrpSpPr/>
          <p:nvPr/>
        </p:nvGrpSpPr>
        <p:grpSpPr>
          <a:xfrm>
            <a:off x="6412358" y="2646356"/>
            <a:ext cx="5084445" cy="1873250"/>
            <a:chOff x="1081634" y="1983975"/>
            <a:chExt cx="5084445" cy="1873250"/>
          </a:xfrm>
        </p:grpSpPr>
        <p:sp>
          <p:nvSpPr>
            <p:cNvPr id="17" name="文本框 16"/>
            <p:cNvSpPr txBox="1"/>
            <p:nvPr/>
          </p:nvSpPr>
          <p:spPr>
            <a:xfrm>
              <a:off x="2205435" y="1983975"/>
              <a:ext cx="3960440" cy="1014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6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/>
                  <a:ea typeface="微软雅黑" panose="020B0503020204020204" charset="-122"/>
                  <a:sym typeface="Arial" panose="020B0604020202020204"/>
                </a:rPr>
                <a:t>PART03 </a:t>
              </a:r>
              <a:endParaRPr lang="zh-CN" altLang="en-US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/>
                <a:ea typeface="微软雅黑" panose="020B0503020204020204" charset="-122"/>
                <a:sym typeface="Arial" panose="020B0604020202020204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081634" y="2935205"/>
              <a:ext cx="5084445" cy="922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5400" b="1" dirty="0">
                  <a:solidFill>
                    <a:schemeClr val="bg1"/>
                  </a:solidFill>
                  <a:latin typeface="Arial" panose="020B0604020202020204"/>
                  <a:ea typeface="微软雅黑" panose="020B0503020204020204" charset="-122"/>
                  <a:sym typeface="Arial" panose="020B0604020202020204"/>
                </a:rPr>
                <a:t>实训</a:t>
              </a:r>
              <a:r>
                <a:rPr lang="zh-CN" altLang="en-US" sz="5400" b="1" dirty="0">
                  <a:solidFill>
                    <a:schemeClr val="bg1"/>
                  </a:solidFill>
                  <a:latin typeface="Arial" panose="020B0604020202020204"/>
                  <a:ea typeface="微软雅黑" panose="020B0503020204020204" charset="-122"/>
                  <a:sym typeface="Arial" panose="020B0604020202020204"/>
                </a:rPr>
                <a:t>心得</a:t>
              </a:r>
              <a:endParaRPr lang="zh-CN" altLang="en-US" sz="5400" b="1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sym typeface="Arial" panose="020B0604020202020204"/>
              </a:endParaRPr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6657363" y="4652988"/>
            <a:ext cx="4824536" cy="344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endParaRPr lang="zh-CN" altLang="en-US" sz="1100" spc="300" dirty="0">
              <a:solidFill>
                <a:schemeClr val="bg1"/>
              </a:solidFill>
              <a:latin typeface="Arial" panose="020B0604020202020204"/>
              <a:ea typeface="微软雅黑" panose="020B0503020204020204" charset="-122"/>
              <a:sym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63354" y="32049"/>
            <a:ext cx="4968199" cy="1102490"/>
            <a:chOff x="479376" y="260648"/>
            <a:chExt cx="4968199" cy="1102490"/>
          </a:xfrm>
        </p:grpSpPr>
        <p:grpSp>
          <p:nvGrpSpPr>
            <p:cNvPr id="3" name="组合 2"/>
            <p:cNvGrpSpPr/>
            <p:nvPr/>
          </p:nvGrpSpPr>
          <p:grpSpPr>
            <a:xfrm>
              <a:off x="1604236" y="438337"/>
              <a:ext cx="3843339" cy="738757"/>
              <a:chOff x="1100533" y="158930"/>
              <a:chExt cx="3843339" cy="738757"/>
            </a:xfrm>
          </p:grpSpPr>
          <p:sp>
            <p:nvSpPr>
              <p:cNvPr id="5" name="图形"/>
              <p:cNvSpPr txBox="1"/>
              <p:nvPr/>
            </p:nvSpPr>
            <p:spPr>
              <a:xfrm>
                <a:off x="1104064" y="158930"/>
                <a:ext cx="3264098" cy="583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 fontAlgn="auto">
                  <a:lnSpc>
                    <a:spcPct val="100000"/>
                  </a:lnSpc>
                  <a:defRPr sz="3200" b="1">
                    <a:ln w="0"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/>
                    <a:ea typeface="微软雅黑" panose="020B0503020204020204" charset="-122"/>
                    <a:cs typeface="阿里巴巴普惠体 2.0 75 SemiBold" panose="00020600040101010101" pitchFamily="18" charset="-122"/>
                  </a:defRPr>
                </a:lvl1pPr>
              </a:lstStyle>
              <a:p>
                <a:r>
                  <a:rPr lang="zh-CN" altLang="en-US" dirty="0">
                    <a:sym typeface="Arial" panose="020B0604020202020204"/>
                  </a:rPr>
                  <a:t>实训心得</a:t>
                </a:r>
                <a:endParaRPr lang="zh-CN" altLang="en-US" dirty="0">
                  <a:sym typeface="Arial" panose="020B0604020202020204"/>
                </a:endParaRPr>
              </a:p>
            </p:txBody>
          </p:sp>
          <p:sp>
            <p:nvSpPr>
              <p:cNvPr id="6" name="图形"/>
              <p:cNvSpPr txBox="1"/>
              <p:nvPr/>
            </p:nvSpPr>
            <p:spPr>
              <a:xfrm>
                <a:off x="1100533" y="620688"/>
                <a:ext cx="384333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dist" defTabSz="913765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lang="zh-CN" alt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/>
                    <a:ea typeface="微软雅黑" panose="020B0503020204020204" charset="-122"/>
                    <a:cs typeface="字魂58号-创中黑" panose="00000500000000000000" charset="-122"/>
                    <a:sym typeface="Arial" panose="020B0604020202020204"/>
                  </a:rPr>
                  <a:t>Add your text content here</a:t>
                </a:r>
                <a:r>
                  <a:rPr lang="en-US" altLang="zh-CN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/>
                    <a:ea typeface="微软雅黑" panose="020B0503020204020204" charset="-122"/>
                    <a:cs typeface="字魂58号-创中黑" panose="00000500000000000000" charset="-122"/>
                    <a:sym typeface="Arial" panose="020B0604020202020204"/>
                  </a:rPr>
                  <a:t>.</a:t>
                </a:r>
                <a:r>
                  <a:rPr lang="zh-CN" alt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/>
                    <a:ea typeface="微软雅黑" panose="020B0503020204020204" charset="-122"/>
                    <a:cs typeface="字魂58号-创中黑" panose="00000500000000000000" charset="-122"/>
                    <a:sym typeface="Arial" panose="020B0604020202020204"/>
                  </a:rPr>
                  <a:t>Add your text content here</a:t>
                </a:r>
                <a:r>
                  <a:rPr lang="en-US" altLang="zh-CN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/>
                    <a:ea typeface="微软雅黑" panose="020B0503020204020204" charset="-122"/>
                    <a:cs typeface="字魂58号-创中黑" panose="00000500000000000000" charset="-122"/>
                    <a:sym typeface="Arial" panose="020B0604020202020204"/>
                  </a:rPr>
                  <a:t>.</a:t>
                </a:r>
                <a:r>
                  <a:rPr lang="zh-CN" alt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/>
                    <a:ea typeface="微软雅黑" panose="020B0503020204020204" charset="-122"/>
                    <a:cs typeface="字魂58号-创中黑" panose="00000500000000000000" charset="-122"/>
                    <a:sym typeface="Arial" panose="020B0604020202020204"/>
                  </a:rPr>
                  <a:t>Add your text</a:t>
                </a:r>
                <a:r>
                  <a:rPr lang="en-US" altLang="zh-CN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/>
                    <a:ea typeface="微软雅黑" panose="020B0503020204020204" charset="-122"/>
                    <a:cs typeface="字魂58号-创中黑" panose="00000500000000000000" charset="-122"/>
                    <a:sym typeface="Arial" panose="020B0604020202020204"/>
                  </a:rPr>
                  <a:t>.</a:t>
                </a:r>
                <a:endParaRPr lang="en-US" altLang="zh-CN" sz="80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字魂58号-创中黑" panose="00000500000000000000" charset="-122"/>
                  <a:sym typeface="Arial" panose="020B0604020202020204"/>
                </a:endParaRPr>
              </a:p>
            </p:txBody>
          </p:sp>
        </p:grp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9376" y="260648"/>
              <a:ext cx="1102490" cy="1102490"/>
            </a:xfrm>
            <a:prstGeom prst="rect">
              <a:avLst/>
            </a:prstGeom>
          </p:spPr>
        </p:pic>
      </p:grpSp>
      <p:sp>
        <p:nvSpPr>
          <p:cNvPr id="40" name="文本框 39"/>
          <p:cNvSpPr txBox="1"/>
          <p:nvPr/>
        </p:nvSpPr>
        <p:spPr>
          <a:xfrm>
            <a:off x="449580" y="1188085"/>
            <a:ext cx="4632325" cy="5104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/>
              <a:t>1</a:t>
            </a:r>
            <a:r>
              <a:rPr lang="en-US" altLang="zh-CN" sz="2000" b="1"/>
              <a:t>   </a:t>
            </a:r>
            <a:r>
              <a:rPr lang="zh-CN" altLang="en-US" sz="2000" b="1"/>
              <a:t>人员分工</a:t>
            </a:r>
            <a:endParaRPr lang="zh-CN" altLang="en-US" sz="2000" b="1"/>
          </a:p>
          <a:p>
            <a:r>
              <a:rPr lang="zh-CN" altLang="en-US" sz="1400"/>
              <a:t>在项目中，我们团队成员各司其职，协同合作：</a:t>
            </a:r>
            <a:endParaRPr lang="zh-CN" altLang="en-US" sz="1400"/>
          </a:p>
          <a:p>
            <a:r>
              <a:rPr lang="en-US" altLang="zh-CN" sz="1400">
                <a:sym typeface="+mn-ea"/>
              </a:rPr>
              <a:t>        </a:t>
            </a:r>
            <a:r>
              <a:rPr lang="zh-CN" altLang="en-US" sz="1400"/>
              <a:t>数据处理人员：负责数据的收集、清洗、标注和预处理，确保数据的高质量和多样性。</a:t>
            </a:r>
            <a:endParaRPr lang="zh-CN" altLang="en-US" sz="1400"/>
          </a:p>
          <a:p>
            <a:r>
              <a:rPr lang="en-US" altLang="zh-CN" sz="1400">
                <a:sym typeface="+mn-ea"/>
              </a:rPr>
              <a:t>        </a:t>
            </a:r>
            <a:r>
              <a:rPr lang="zh-CN" altLang="en-US" sz="1400"/>
              <a:t>测试与验证人员：负责项目的测试、验证和评估，确保模型的准确性。</a:t>
            </a:r>
            <a:endParaRPr lang="zh-CN" altLang="en-US" sz="1400"/>
          </a:p>
          <a:p>
            <a:r>
              <a:rPr lang="en-US" altLang="zh-CN" sz="1400">
                <a:sym typeface="+mn-ea"/>
              </a:rPr>
              <a:t>        </a:t>
            </a:r>
            <a:r>
              <a:rPr lang="zh-CN" altLang="en-US" sz="1400"/>
              <a:t>文档编写人员：负责项目文档的编写，包括技术报告、用户手册和心得体会等。</a:t>
            </a:r>
            <a:endParaRPr lang="zh-CN" altLang="en-US" sz="1400"/>
          </a:p>
          <a:p>
            <a:endParaRPr lang="zh-CN" altLang="en-US" sz="1400"/>
          </a:p>
          <a:p>
            <a:endParaRPr lang="zh-CN" altLang="en-US" sz="1400"/>
          </a:p>
          <a:p>
            <a:pPr algn="l">
              <a:buClrTx/>
              <a:buSzTx/>
              <a:buFontTx/>
            </a:pPr>
            <a:r>
              <a:rPr lang="en-US" altLang="zh-CN" sz="2800" b="1"/>
              <a:t>2</a:t>
            </a:r>
            <a:r>
              <a:rPr lang="en-US" altLang="zh-CN" sz="2000" b="1"/>
              <a:t>  技术收获与经验积累</a:t>
            </a:r>
            <a:endParaRPr lang="en-US" altLang="zh-CN" sz="2000" b="1"/>
          </a:p>
          <a:p>
            <a:r>
              <a:rPr lang="zh-CN" altLang="en-US" sz="1400"/>
              <a:t>通过本次项目，我在多个技术方面有了显著收获和积累：</a:t>
            </a:r>
            <a:endParaRPr lang="zh-CN" altLang="en-US" sz="1400"/>
          </a:p>
          <a:p>
            <a:r>
              <a:rPr lang="en-US" altLang="zh-CN" sz="1400">
                <a:sym typeface="+mn-ea"/>
              </a:rPr>
              <a:t>         </a:t>
            </a:r>
            <a:r>
              <a:rPr lang="zh-CN" altLang="en-US" sz="1400"/>
              <a:t>深度学习框架Pytorch：掌握了Pytorch框架的使用，能够熟练构建和训练深度学习模型。</a:t>
            </a:r>
            <a:endParaRPr lang="zh-CN" altLang="en-US" sz="1400"/>
          </a:p>
          <a:p>
            <a:r>
              <a:rPr lang="en-US" altLang="zh-CN" sz="1400">
                <a:sym typeface="+mn-ea"/>
              </a:rPr>
              <a:t>         </a:t>
            </a:r>
            <a:r>
              <a:rPr lang="zh-CN" altLang="en-US" sz="1400"/>
              <a:t>YOLOv</a:t>
            </a:r>
            <a:r>
              <a:rPr lang="en-US" altLang="zh-CN" sz="1400"/>
              <a:t>8</a:t>
            </a:r>
            <a:r>
              <a:rPr lang="zh-CN" altLang="en-US" sz="1400"/>
              <a:t>模型：深入理解了YOLOv</a:t>
            </a:r>
            <a:r>
              <a:rPr lang="en-US" altLang="zh-CN" sz="1400"/>
              <a:t>8</a:t>
            </a:r>
            <a:r>
              <a:rPr lang="zh-CN" altLang="en-US" sz="1400"/>
              <a:t>模型的结构和原理，学会了如何调整和优化模型以提高检测精度。</a:t>
            </a:r>
            <a:endParaRPr lang="zh-CN" altLang="en-US" sz="1400"/>
          </a:p>
          <a:p>
            <a:r>
              <a:rPr lang="en-US" altLang="zh-CN" sz="1400">
                <a:sym typeface="+mn-ea"/>
              </a:rPr>
              <a:t>         </a:t>
            </a:r>
            <a:r>
              <a:rPr lang="zh-CN" altLang="en-US" sz="1400"/>
              <a:t>数据处理与标注：掌握了labelimg工具的使用，了解了</a:t>
            </a:r>
            <a:r>
              <a:rPr lang="en-US" altLang="zh-CN" sz="1400">
                <a:sym typeface="+mn-ea"/>
              </a:rPr>
              <a:t> </a:t>
            </a:r>
            <a:r>
              <a:rPr lang="zh-CN" altLang="en-US" sz="1400"/>
              <a:t>Pascal VOC和YOLO数据集的结构，积累了丰富的数据标注和处理经验。</a:t>
            </a:r>
            <a:endParaRPr lang="zh-CN" altLang="en-US" sz="1400"/>
          </a:p>
          <a:p>
            <a:r>
              <a:rPr lang="en-US" altLang="zh-CN" sz="1400"/>
              <a:t>        </a:t>
            </a:r>
            <a:r>
              <a:rPr lang="zh-CN" altLang="en-US" sz="1400"/>
              <a:t>问题解决能力：在项目中遇到的各种挑战，锻炼了我的问题解决能力，提高了应对复杂问题的信心和能力。</a:t>
            </a:r>
            <a:endParaRPr lang="zh-CN" altLang="en-US" sz="1400"/>
          </a:p>
          <a:p>
            <a:endParaRPr lang="zh-CN" altLang="en-US" sz="1400"/>
          </a:p>
        </p:txBody>
      </p:sp>
      <p:sp>
        <p:nvSpPr>
          <p:cNvPr id="42" name="文本框 41"/>
          <p:cNvSpPr txBox="1"/>
          <p:nvPr/>
        </p:nvSpPr>
        <p:spPr>
          <a:xfrm>
            <a:off x="5821680" y="105410"/>
            <a:ext cx="5920105" cy="6647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  <a:buNone/>
            </a:pPr>
            <a:r>
              <a:rPr lang="en-US" altLang="zh-CN" sz="2800" b="1">
                <a:sym typeface="+mn-ea"/>
              </a:rPr>
              <a:t>3</a:t>
            </a:r>
            <a:r>
              <a:rPr lang="en-US" altLang="zh-CN" sz="2000" b="1">
                <a:sym typeface="+mn-ea"/>
              </a:rPr>
              <a:t>  团队合作感悟</a:t>
            </a:r>
            <a:endParaRPr lang="en-US" altLang="zh-CN" sz="2000" b="1"/>
          </a:p>
          <a:p>
            <a:pPr algn="l">
              <a:buClrTx/>
              <a:buSzTx/>
              <a:buNone/>
            </a:pPr>
            <a:r>
              <a:rPr lang="zh-CN" altLang="en-US" sz="1400">
                <a:sym typeface="+mn-ea"/>
              </a:rPr>
              <a:t>在项目中，我深刻体会到了团队合作的重要性：</a:t>
            </a:r>
            <a:endParaRPr lang="zh-CN" altLang="en-US" sz="1400"/>
          </a:p>
          <a:p>
            <a:pPr algn="l">
              <a:buClrTx/>
              <a:buSzTx/>
              <a:buNone/>
            </a:pPr>
            <a:r>
              <a:rPr lang="en-US" altLang="zh-CN" sz="1400">
                <a:sym typeface="+mn-ea"/>
              </a:rPr>
              <a:t>         </a:t>
            </a:r>
            <a:r>
              <a:rPr lang="zh-CN" altLang="en-US" sz="1400">
                <a:sym typeface="+mn-ea"/>
              </a:rPr>
              <a:t>有效沟通：通过与团队成员的密切沟通和合作，解决了许多技术问题，促进了项目的顺利进行。</a:t>
            </a:r>
            <a:endParaRPr lang="zh-CN" altLang="en-US" sz="1400"/>
          </a:p>
          <a:p>
            <a:pPr algn="l">
              <a:buClrTx/>
              <a:buSzTx/>
              <a:buNone/>
            </a:pPr>
            <a:r>
              <a:rPr lang="en-US" altLang="zh-CN" sz="1400">
                <a:sym typeface="+mn-ea"/>
              </a:rPr>
              <a:t>         </a:t>
            </a:r>
            <a:r>
              <a:rPr lang="zh-CN" altLang="en-US" sz="1400">
                <a:sym typeface="+mn-ea"/>
              </a:rPr>
              <a:t>分工明确：每个成员都有明确的分工，充分发挥了各自的优势，保证了项目的高效推进。</a:t>
            </a:r>
            <a:endParaRPr lang="zh-CN" altLang="en-US" sz="1400"/>
          </a:p>
          <a:p>
            <a:pPr algn="l">
              <a:buClrTx/>
              <a:buSzTx/>
              <a:buNone/>
            </a:pPr>
            <a:r>
              <a:rPr lang="en-US" altLang="zh-CN" sz="1400">
                <a:sym typeface="+mn-ea"/>
              </a:rPr>
              <a:t>         </a:t>
            </a:r>
            <a:r>
              <a:rPr lang="zh-CN" altLang="en-US" sz="1400">
                <a:sym typeface="+mn-ea"/>
              </a:rPr>
              <a:t>互相支持：团队成员之间互相支持、互相学习，共同提升了整体的技术水平和项目质量。</a:t>
            </a:r>
            <a:endParaRPr lang="zh-CN" altLang="en-US" sz="1400">
              <a:sym typeface="+mn-ea"/>
            </a:endParaRPr>
          </a:p>
          <a:p>
            <a:pPr algn="l">
              <a:buClrTx/>
              <a:buSzTx/>
              <a:buNone/>
            </a:pPr>
            <a:endParaRPr lang="zh-CN" altLang="en-US" sz="1400"/>
          </a:p>
          <a:p>
            <a:pPr algn="l">
              <a:buClrTx/>
              <a:buSzTx/>
              <a:buFontTx/>
              <a:buNone/>
            </a:pPr>
            <a:r>
              <a:rPr lang="en-US" altLang="zh-CN" sz="2800" b="1">
                <a:sym typeface="+mn-ea"/>
              </a:rPr>
              <a:t>4</a:t>
            </a:r>
            <a:r>
              <a:rPr lang="en-US" altLang="zh-CN" sz="2000" b="1">
                <a:sym typeface="+mn-ea"/>
              </a:rPr>
              <a:t>  不足与改进计划</a:t>
            </a:r>
            <a:endParaRPr lang="en-US" altLang="zh-CN" sz="2000" b="1"/>
          </a:p>
          <a:p>
            <a:pPr algn="l">
              <a:buClrTx/>
              <a:buSzTx/>
              <a:buNone/>
            </a:pPr>
            <a:r>
              <a:rPr lang="zh-CN" altLang="en-US" sz="1400">
                <a:sym typeface="+mn-ea"/>
              </a:rPr>
              <a:t>尽管项目取得了预期的成果，但仍存在一些不足和改进的空间：</a:t>
            </a:r>
            <a:endParaRPr lang="zh-CN" altLang="en-US" sz="1400"/>
          </a:p>
          <a:p>
            <a:pPr algn="l">
              <a:buClrTx/>
              <a:buSzTx/>
              <a:buNone/>
            </a:pPr>
            <a:r>
              <a:rPr lang="en-US" altLang="zh-CN" sz="1400">
                <a:sym typeface="+mn-ea"/>
              </a:rPr>
              <a:t>         </a:t>
            </a:r>
            <a:r>
              <a:rPr lang="zh-CN" altLang="en-US" sz="1400">
                <a:sym typeface="+mn-ea"/>
              </a:rPr>
              <a:t>数据质量：在数据收集和标注过程中，有部分数据质量不高，影响了模型的训练效果。改进计划是加强数据质量控制，增加数据的多样性和代表性。</a:t>
            </a:r>
            <a:endParaRPr lang="zh-CN" altLang="en-US" sz="1400"/>
          </a:p>
          <a:p>
            <a:pPr algn="l">
              <a:buClrTx/>
              <a:buSzTx/>
              <a:buNone/>
            </a:pPr>
            <a:r>
              <a:rPr lang="en-US" altLang="zh-CN" sz="1400">
                <a:sym typeface="+mn-ea"/>
              </a:rPr>
              <a:t>         </a:t>
            </a:r>
            <a:r>
              <a:rPr lang="zh-CN" altLang="en-US" sz="1400">
                <a:sym typeface="+mn-ea"/>
              </a:rPr>
              <a:t>模型优化：在模型优化方面，仍有提升空间。改进计划是进一步研究和尝试不同的优化算法和技术，以提高模型的精度和鲁棒性。</a:t>
            </a:r>
            <a:endParaRPr lang="zh-CN" altLang="en-US" sz="1400"/>
          </a:p>
          <a:p>
            <a:pPr algn="l">
              <a:buClrTx/>
              <a:buSzTx/>
              <a:buNone/>
            </a:pPr>
            <a:r>
              <a:rPr lang="en-US" altLang="zh-CN" sz="1400">
                <a:sym typeface="+mn-ea"/>
              </a:rPr>
              <a:t>         </a:t>
            </a:r>
            <a:r>
              <a:rPr lang="zh-CN" altLang="en-US" sz="1400">
                <a:sym typeface="+mn-ea"/>
              </a:rPr>
              <a:t>时间管理：在项目后期，时间管理方面存在一些问题，导致部分任务延期。改进计划是加强项目管理，合理安排时间，确保各项任务按时完成。</a:t>
            </a:r>
            <a:endParaRPr lang="zh-CN" altLang="en-US" sz="1400">
              <a:sym typeface="+mn-ea"/>
            </a:endParaRPr>
          </a:p>
          <a:p>
            <a:pPr algn="l">
              <a:buClrTx/>
              <a:buSzTx/>
              <a:buFontTx/>
              <a:buNone/>
            </a:pPr>
            <a:endParaRPr lang="en-US" altLang="zh-CN" sz="2000" b="1"/>
          </a:p>
          <a:p>
            <a:pPr algn="l">
              <a:buClrTx/>
              <a:buSzTx/>
              <a:buFontTx/>
              <a:buNone/>
            </a:pPr>
            <a:r>
              <a:rPr lang="en-US" altLang="zh-CN" sz="2800" b="1">
                <a:sym typeface="+mn-ea"/>
              </a:rPr>
              <a:t>5</a:t>
            </a:r>
            <a:r>
              <a:rPr lang="en-US" altLang="zh-CN" sz="2000" b="1">
                <a:sym typeface="+mn-ea"/>
              </a:rPr>
              <a:t>  未来展望</a:t>
            </a:r>
            <a:endParaRPr lang="en-US" altLang="zh-CN" sz="2000" b="1"/>
          </a:p>
          <a:p>
            <a:pPr algn="l">
              <a:buClrTx/>
              <a:buSzTx/>
              <a:buNone/>
            </a:pPr>
            <a:r>
              <a:rPr lang="en-US" altLang="zh-CN" sz="1400">
                <a:sym typeface="+mn-ea"/>
              </a:rPr>
              <a:t>         </a:t>
            </a:r>
            <a:r>
              <a:rPr lang="zh-CN" altLang="en-US" sz="1400">
                <a:sym typeface="+mn-ea"/>
              </a:rPr>
              <a:t>通过这次项目，我不仅掌握了深度学习目标检测的相关技术，还提升了自己的问题解决能力和团队合作精神。我希望在未来的学习和工作中，能继续深入研究深度学习和目标检测领域，不断提升自己的技术水平和实践能力，为行业发展贡献自己的力量。</a:t>
            </a:r>
            <a:endParaRPr lang="zh-CN" altLang="en-US" sz="1400"/>
          </a:p>
          <a:p>
            <a:pPr algn="l">
              <a:buClrTx/>
              <a:buSzTx/>
              <a:buNone/>
            </a:pPr>
            <a:r>
              <a:rPr lang="en-US" altLang="zh-CN" sz="1400">
                <a:sym typeface="+mn-ea"/>
              </a:rPr>
              <a:t>         </a:t>
            </a:r>
            <a:r>
              <a:rPr lang="zh-CN" altLang="en-US" sz="1400">
                <a:sym typeface="+mn-ea"/>
              </a:rPr>
              <a:t>总的来说，这次项目经历使我受益匪浅，不仅提升了我的专业技能，还丰富了我的实践经验。我对未来充满信心，希望能在深度学习和目标检测领域取得更大的成就。</a:t>
            </a:r>
            <a:endParaRPr lang="zh-CN" alt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7" r="10129"/>
          <a:stretch>
            <a:fillRect/>
          </a:stretch>
        </p:blipFill>
        <p:spPr>
          <a:xfrm>
            <a:off x="-3" y="-1"/>
            <a:ext cx="12192003" cy="6858001"/>
          </a:xfrm>
          <a:prstGeom prst="rect">
            <a:avLst/>
          </a:prstGeom>
        </p:spPr>
      </p:pic>
      <p:grpSp>
        <p:nvGrpSpPr>
          <p:cNvPr id="32" name="组合 31"/>
          <p:cNvGrpSpPr/>
          <p:nvPr/>
        </p:nvGrpSpPr>
        <p:grpSpPr>
          <a:xfrm>
            <a:off x="6240017" y="1877968"/>
            <a:ext cx="5639273" cy="1446550"/>
            <a:chOff x="5753897" y="1437168"/>
            <a:chExt cx="5639273" cy="1446550"/>
          </a:xfrm>
        </p:grpSpPr>
        <p:sp>
          <p:nvSpPr>
            <p:cNvPr id="5" name="文本框 4"/>
            <p:cNvSpPr txBox="1"/>
            <p:nvPr/>
          </p:nvSpPr>
          <p:spPr>
            <a:xfrm>
              <a:off x="5753897" y="1437168"/>
              <a:ext cx="1512168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800" dirty="0">
                  <a:gradFill flip="none" rotWithShape="1">
                    <a:gsLst>
                      <a:gs pos="49000">
                        <a:srgbClr val="FFFFFF"/>
                      </a:gs>
                      <a:gs pos="0">
                        <a:schemeClr val="bg1">
                          <a:alpha val="9000"/>
                        </a:schemeClr>
                      </a:gs>
                      <a:gs pos="83000">
                        <a:schemeClr val="bg1"/>
                      </a:gs>
                      <a:gs pos="100000">
                        <a:schemeClr val="bg1"/>
                      </a:gs>
                    </a:gsLst>
                    <a:lin ang="10800000" scaled="1"/>
                    <a:tileRect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演示斜黑体" pitchFamily="50" charset="-122"/>
                  <a:ea typeface="演示斜黑体" pitchFamily="50" charset="-122"/>
                  <a:sym typeface="Arial" panose="020B0604020202020204"/>
                </a:rPr>
                <a:t>谢</a:t>
              </a:r>
              <a:endParaRPr lang="zh-CN" altLang="en-US" sz="8800" dirty="0">
                <a:gradFill flip="none" rotWithShape="1">
                  <a:gsLst>
                    <a:gs pos="49000">
                      <a:srgbClr val="FFFFFF"/>
                    </a:gs>
                    <a:gs pos="0">
                      <a:schemeClr val="bg1">
                        <a:alpha val="9000"/>
                      </a:schemeClr>
                    </a:gs>
                    <a:gs pos="83000">
                      <a:schemeClr val="bg1"/>
                    </a:gs>
                    <a:gs pos="100000">
                      <a:schemeClr val="bg1"/>
                    </a:gs>
                  </a:gsLst>
                  <a:lin ang="10800000" scaled="1"/>
                  <a:tileRect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斜黑体" pitchFamily="50" charset="-122"/>
                <a:ea typeface="演示斜黑体" pitchFamily="50" charset="-122"/>
                <a:sym typeface="Arial" panose="020B0604020202020204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7129599" y="1437168"/>
              <a:ext cx="1512168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800" dirty="0">
                  <a:gradFill flip="none" rotWithShape="1">
                    <a:gsLst>
                      <a:gs pos="49000">
                        <a:srgbClr val="FFFFFF"/>
                      </a:gs>
                      <a:gs pos="0">
                        <a:schemeClr val="bg1">
                          <a:alpha val="9000"/>
                        </a:schemeClr>
                      </a:gs>
                      <a:gs pos="83000">
                        <a:schemeClr val="bg1"/>
                      </a:gs>
                      <a:gs pos="100000">
                        <a:schemeClr val="bg1"/>
                      </a:gs>
                    </a:gsLst>
                    <a:lin ang="10800000" scaled="1"/>
                    <a:tileRect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演示斜黑体" pitchFamily="50" charset="-122"/>
                  <a:ea typeface="演示斜黑体" pitchFamily="50" charset="-122"/>
                  <a:sym typeface="Arial" panose="020B0604020202020204"/>
                </a:rPr>
                <a:t>谢</a:t>
              </a:r>
              <a:endParaRPr lang="zh-CN" altLang="en-US" sz="8800" dirty="0">
                <a:gradFill flip="none" rotWithShape="1">
                  <a:gsLst>
                    <a:gs pos="49000">
                      <a:srgbClr val="FFFFFF"/>
                    </a:gs>
                    <a:gs pos="0">
                      <a:schemeClr val="bg1">
                        <a:alpha val="9000"/>
                      </a:schemeClr>
                    </a:gs>
                    <a:gs pos="83000">
                      <a:schemeClr val="bg1"/>
                    </a:gs>
                    <a:gs pos="100000">
                      <a:schemeClr val="bg1"/>
                    </a:gs>
                  </a:gsLst>
                  <a:lin ang="10800000" scaled="1"/>
                  <a:tileRect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斜黑体" pitchFamily="50" charset="-122"/>
                <a:ea typeface="演示斜黑体" pitchFamily="50" charset="-122"/>
                <a:sym typeface="Arial" panose="020B0604020202020204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8505301" y="1437168"/>
              <a:ext cx="1512168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800" dirty="0">
                  <a:gradFill flip="none" rotWithShape="1">
                    <a:gsLst>
                      <a:gs pos="49000">
                        <a:srgbClr val="FFFFFF"/>
                      </a:gs>
                      <a:gs pos="0">
                        <a:schemeClr val="bg1">
                          <a:alpha val="9000"/>
                        </a:schemeClr>
                      </a:gs>
                      <a:gs pos="83000">
                        <a:schemeClr val="bg1"/>
                      </a:gs>
                      <a:gs pos="100000">
                        <a:schemeClr val="bg1"/>
                      </a:gs>
                    </a:gsLst>
                    <a:lin ang="10800000" scaled="1"/>
                    <a:tileRect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演示斜黑体" pitchFamily="50" charset="-122"/>
                  <a:ea typeface="演示斜黑体" pitchFamily="50" charset="-122"/>
                  <a:sym typeface="Arial" panose="020B0604020202020204"/>
                </a:rPr>
                <a:t>观</a:t>
              </a:r>
              <a:endParaRPr lang="zh-CN" altLang="en-US" sz="8800" dirty="0">
                <a:gradFill flip="none" rotWithShape="1">
                  <a:gsLst>
                    <a:gs pos="49000">
                      <a:srgbClr val="FFFFFF"/>
                    </a:gs>
                    <a:gs pos="0">
                      <a:schemeClr val="bg1">
                        <a:alpha val="9000"/>
                      </a:schemeClr>
                    </a:gs>
                    <a:gs pos="83000">
                      <a:schemeClr val="bg1"/>
                    </a:gs>
                    <a:gs pos="100000">
                      <a:schemeClr val="bg1"/>
                    </a:gs>
                  </a:gsLst>
                  <a:lin ang="10800000" scaled="1"/>
                  <a:tileRect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斜黑体" pitchFamily="50" charset="-122"/>
                <a:ea typeface="演示斜黑体" pitchFamily="50" charset="-122"/>
                <a:sym typeface="Arial" panose="020B0604020202020204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9881002" y="1437168"/>
              <a:ext cx="1512168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800" dirty="0">
                  <a:gradFill flip="none" rotWithShape="1">
                    <a:gsLst>
                      <a:gs pos="49000">
                        <a:srgbClr val="FFFFFF"/>
                      </a:gs>
                      <a:gs pos="0">
                        <a:schemeClr val="bg1">
                          <a:alpha val="9000"/>
                        </a:schemeClr>
                      </a:gs>
                      <a:gs pos="83000">
                        <a:schemeClr val="bg1"/>
                      </a:gs>
                      <a:gs pos="100000">
                        <a:schemeClr val="bg1"/>
                      </a:gs>
                    </a:gsLst>
                    <a:lin ang="10800000" scaled="1"/>
                    <a:tileRect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演示斜黑体" pitchFamily="50" charset="-122"/>
                  <a:ea typeface="演示斜黑体" pitchFamily="50" charset="-122"/>
                  <a:sym typeface="Arial" panose="020B0604020202020204"/>
                </a:rPr>
                <a:t>看</a:t>
              </a:r>
              <a:endParaRPr lang="zh-CN" altLang="en-US" sz="8800" dirty="0">
                <a:gradFill flip="none" rotWithShape="1">
                  <a:gsLst>
                    <a:gs pos="49000">
                      <a:srgbClr val="FFFFFF"/>
                    </a:gs>
                    <a:gs pos="0">
                      <a:schemeClr val="bg1">
                        <a:alpha val="9000"/>
                      </a:schemeClr>
                    </a:gs>
                    <a:gs pos="83000">
                      <a:schemeClr val="bg1"/>
                    </a:gs>
                    <a:gs pos="100000">
                      <a:schemeClr val="bg1"/>
                    </a:gs>
                  </a:gsLst>
                  <a:lin ang="10800000" scaled="1"/>
                  <a:tileRect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斜黑体" pitchFamily="50" charset="-122"/>
                <a:ea typeface="演示斜黑体" pitchFamily="50" charset="-122"/>
                <a:sym typeface="Arial" panose="020B0604020202020204"/>
              </a:endParaRPr>
            </a:p>
          </p:txBody>
        </p:sp>
      </p:grpSp>
      <p:sp>
        <p:nvSpPr>
          <p:cNvPr id="39" name="文本框 38"/>
          <p:cNvSpPr txBox="1"/>
          <p:nvPr/>
        </p:nvSpPr>
        <p:spPr>
          <a:xfrm>
            <a:off x="7483585" y="1462760"/>
            <a:ext cx="410445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cs typeface="阿里巴巴普惠体 2.0 75 SemiBold" panose="00020600040101010101" pitchFamily="18" charset="-122"/>
                <a:sym typeface="Arial" panose="020B0604020202020204"/>
              </a:rPr>
              <a:t>THANKS  FOR  WATCHING</a:t>
            </a:r>
            <a:endParaRPr lang="zh-CN" altLang="en-US" dirty="0">
              <a:solidFill>
                <a:schemeClr val="bg1"/>
              </a:solidFill>
              <a:latin typeface="Arial" panose="020B0604020202020204"/>
              <a:ea typeface="微软雅黑" panose="020B0503020204020204" charset="-122"/>
              <a:cs typeface="阿里巴巴普惠体 2.0 75 SemiBold" panose="00020600040101010101" pitchFamily="18" charset="-122"/>
              <a:sym typeface="Arial" panose="020B0604020202020204"/>
            </a:endParaRPr>
          </a:p>
        </p:txBody>
      </p:sp>
      <p:cxnSp>
        <p:nvCxnSpPr>
          <p:cNvPr id="41" name="直接连接符 40"/>
          <p:cNvCxnSpPr/>
          <p:nvPr/>
        </p:nvCxnSpPr>
        <p:spPr>
          <a:xfrm>
            <a:off x="7901305" y="3600450"/>
            <a:ext cx="0" cy="2159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7914640" y="3554730"/>
            <a:ext cx="3312160" cy="30670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  <a:sym typeface="Arial" panose="020B0604020202020204"/>
              </a:rPr>
              <a:t>深度学习目标检测</a:t>
            </a:r>
            <a:endParaRPr lang="zh-CN" altLang="en-US" sz="1400" dirty="0">
              <a:solidFill>
                <a:schemeClr val="bg1"/>
              </a:solidFill>
              <a:latin typeface="Arial" panose="020B0604020202020204"/>
              <a:ea typeface="微软雅黑" panose="020B0503020204020204" charset="-122"/>
              <a:sym typeface="Arial" panose="020B0604020202020204"/>
            </a:endParaRPr>
          </a:p>
        </p:txBody>
      </p:sp>
      <p:cxnSp>
        <p:nvCxnSpPr>
          <p:cNvPr id="48" name="直接连接符 47"/>
          <p:cNvCxnSpPr/>
          <p:nvPr/>
        </p:nvCxnSpPr>
        <p:spPr>
          <a:xfrm flipH="1">
            <a:off x="8045450" y="3876040"/>
            <a:ext cx="32200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11440795" y="3600450"/>
            <a:ext cx="0" cy="2159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组合 50"/>
          <p:cNvGrpSpPr/>
          <p:nvPr/>
        </p:nvGrpSpPr>
        <p:grpSpPr>
          <a:xfrm>
            <a:off x="8583038" y="5515804"/>
            <a:ext cx="299215" cy="299214"/>
            <a:chOff x="495076" y="6023179"/>
            <a:chExt cx="369332" cy="369332"/>
          </a:xfrm>
        </p:grpSpPr>
        <p:sp>
          <p:nvSpPr>
            <p:cNvPr id="52" name="椭圆 51"/>
            <p:cNvSpPr/>
            <p:nvPr/>
          </p:nvSpPr>
          <p:spPr>
            <a:xfrm>
              <a:off x="495076" y="6023179"/>
              <a:ext cx="369332" cy="3693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sym typeface="Arial" panose="020B0604020202020204"/>
              </a:endParaRPr>
            </a:p>
          </p:txBody>
        </p:sp>
        <p:pic>
          <p:nvPicPr>
            <p:cNvPr id="53" name="图片 52"/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chemeClr val="tx2">
                  <a:tint val="45000"/>
                  <a:satMod val="400000"/>
                </a:schemeClr>
              </a:duotone>
              <a:lum bright="-40000" contrast="-40000"/>
            </a:blip>
            <a:stretch>
              <a:fillRect/>
            </a:stretch>
          </p:blipFill>
          <p:spPr>
            <a:xfrm>
              <a:off x="576305" y="6109110"/>
              <a:ext cx="206874" cy="197471"/>
            </a:xfrm>
            <a:prstGeom prst="rect">
              <a:avLst/>
            </a:prstGeom>
          </p:spPr>
        </p:pic>
      </p:grpSp>
      <p:grpSp>
        <p:nvGrpSpPr>
          <p:cNvPr id="54" name="组合 53"/>
          <p:cNvGrpSpPr/>
          <p:nvPr/>
        </p:nvGrpSpPr>
        <p:grpSpPr>
          <a:xfrm>
            <a:off x="9386206" y="5515804"/>
            <a:ext cx="299215" cy="299214"/>
            <a:chOff x="1357960" y="6023179"/>
            <a:chExt cx="369332" cy="369332"/>
          </a:xfrm>
        </p:grpSpPr>
        <p:sp>
          <p:nvSpPr>
            <p:cNvPr id="55" name="椭圆 54"/>
            <p:cNvSpPr/>
            <p:nvPr/>
          </p:nvSpPr>
          <p:spPr>
            <a:xfrm>
              <a:off x="1357960" y="6023179"/>
              <a:ext cx="369332" cy="3693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sym typeface="Arial" panose="020B0604020202020204"/>
              </a:endParaRPr>
            </a:p>
          </p:txBody>
        </p:sp>
        <p:pic>
          <p:nvPicPr>
            <p:cNvPr id="56" name="图片 55"/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tx2">
                  <a:tint val="45000"/>
                  <a:satMod val="400000"/>
                </a:schemeClr>
              </a:duotone>
              <a:lum bright="-40000" contrast="-40000"/>
            </a:blip>
            <a:stretch>
              <a:fillRect/>
            </a:stretch>
          </p:blipFill>
          <p:spPr>
            <a:xfrm>
              <a:off x="1450572" y="6108710"/>
              <a:ext cx="184108" cy="198270"/>
            </a:xfrm>
            <a:prstGeom prst="rect">
              <a:avLst/>
            </a:prstGeom>
          </p:spPr>
        </p:pic>
      </p:grpSp>
      <p:grpSp>
        <p:nvGrpSpPr>
          <p:cNvPr id="57" name="组合 56"/>
          <p:cNvGrpSpPr/>
          <p:nvPr/>
        </p:nvGrpSpPr>
        <p:grpSpPr>
          <a:xfrm>
            <a:off x="10189375" y="5515804"/>
            <a:ext cx="299215" cy="299214"/>
            <a:chOff x="2220844" y="6023179"/>
            <a:chExt cx="369332" cy="369332"/>
          </a:xfrm>
        </p:grpSpPr>
        <p:sp>
          <p:nvSpPr>
            <p:cNvPr id="58" name="椭圆 57"/>
            <p:cNvSpPr/>
            <p:nvPr/>
          </p:nvSpPr>
          <p:spPr>
            <a:xfrm>
              <a:off x="2220844" y="6023179"/>
              <a:ext cx="369332" cy="3693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/>
                <a:ea typeface="微软雅黑" panose="020B0503020204020204" charset="-122"/>
                <a:sym typeface="Arial" panose="020B0604020202020204"/>
              </a:endParaRPr>
            </a:p>
          </p:txBody>
        </p:sp>
        <p:pic>
          <p:nvPicPr>
            <p:cNvPr id="59" name="图片 58"/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  <a:lum bright="-40000" contrast="-40000"/>
            </a:blip>
            <a:stretch>
              <a:fillRect/>
            </a:stretch>
          </p:blipFill>
          <p:spPr>
            <a:xfrm>
              <a:off x="2308744" y="6100044"/>
              <a:ext cx="193533" cy="215602"/>
            </a:xfrm>
            <a:prstGeom prst="rect">
              <a:avLst/>
            </a:prstGeom>
          </p:spPr>
        </p:pic>
      </p:grpSp>
      <p:grpSp>
        <p:nvGrpSpPr>
          <p:cNvPr id="60" name="组合 59"/>
          <p:cNvGrpSpPr/>
          <p:nvPr/>
        </p:nvGrpSpPr>
        <p:grpSpPr>
          <a:xfrm>
            <a:off x="10992545" y="5515804"/>
            <a:ext cx="299215" cy="299214"/>
            <a:chOff x="3083727" y="6023179"/>
            <a:chExt cx="369332" cy="369332"/>
          </a:xfrm>
        </p:grpSpPr>
        <p:sp>
          <p:nvSpPr>
            <p:cNvPr id="61" name="椭圆 60"/>
            <p:cNvSpPr/>
            <p:nvPr/>
          </p:nvSpPr>
          <p:spPr>
            <a:xfrm>
              <a:off x="3083727" y="6023179"/>
              <a:ext cx="369332" cy="3693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/>
                <a:ea typeface="微软雅黑" panose="020B0503020204020204" charset="-122"/>
                <a:sym typeface="Arial" panose="020B0604020202020204"/>
              </a:endParaRPr>
            </a:p>
          </p:txBody>
        </p:sp>
        <p:pic>
          <p:nvPicPr>
            <p:cNvPr id="62" name="图片 61"/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  <a:lum bright="-40000" contrast="-40000"/>
            </a:blip>
            <a:stretch>
              <a:fillRect/>
            </a:stretch>
          </p:blipFill>
          <p:spPr>
            <a:xfrm>
              <a:off x="3163600" y="6101375"/>
              <a:ext cx="209587" cy="212941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UNIT_PLACING_PICTURE_USER_VIEWPORT" val="{&quot;height&quot;:10800,&quot;width&quot;:7198}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1.xml><?xml version="1.0" encoding="utf-8"?>
<p:tagLst xmlns:p="http://schemas.openxmlformats.org/presentationml/2006/main">
  <p:tag name="KSO_WM_UNIT_PLACING_PICTURE_USER_VIEWPORT" val="{&quot;height&quot;:10800,&quot;width&quot;:7198}"/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  <p:tag name="KSO_WM_DIAGRAM_VIRTUALLY_FRAME" val="{&quot;height&quot;:214.3517347980208,&quot;left&quot;:122.25,&quot;top&quot;:221.45251717048313,&quot;width&quot;:912.65}"/>
</p:tagLst>
</file>

<file path=ppt/tags/tag86.xml><?xml version="1.0" encoding="utf-8"?>
<p:tagLst xmlns:p="http://schemas.openxmlformats.org/presentationml/2006/main">
  <p:tag name="KSO_WM_BEAUTIFY_FLAG" val=""/>
  <p:tag name="KSO_WM_DIAGRAM_VIRTUALLY_FRAME" val="{&quot;height&quot;:214.3517347980208,&quot;left&quot;:122.25,&quot;top&quot;:221.45251717048313,&quot;width&quot;:912.65}"/>
</p:tagLst>
</file>

<file path=ppt/tags/tag87.xml><?xml version="1.0" encoding="utf-8"?>
<p:tagLst xmlns:p="http://schemas.openxmlformats.org/presentationml/2006/main">
  <p:tag name="KSO_WM_BEAUTIFY_FLAG" val=""/>
  <p:tag name="KSO_WM_DIAGRAM_VIRTUALLY_FRAME" val="{&quot;height&quot;:214.3517347980208,&quot;left&quot;:122.25,&quot;top&quot;:221.45251717048313,&quot;width&quot;:912.65}"/>
</p:tagLst>
</file>

<file path=ppt/tags/tag88.xml><?xml version="1.0" encoding="utf-8"?>
<p:tagLst xmlns:p="http://schemas.openxmlformats.org/presentationml/2006/main">
  <p:tag name="KSO_WM_BEAUTIFY_FLAG" val=""/>
  <p:tag name="KSO_WM_DIAGRAM_VIRTUALLY_FRAME" val="{&quot;height&quot;:214.3517347980208,&quot;left&quot;:122.25,&quot;top&quot;:221.45251717048313,&quot;width&quot;:912.65}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DIAGRAM_VIRTUALLY_FRAME" val="{&quot;height&quot;:214.3517347980208,&quot;left&quot;:122.25,&quot;top&quot;:221.45251717048313,&quot;width&quot;:912.65}"/>
</p:tagLst>
</file>

<file path=ppt/tags/tag93.xml><?xml version="1.0" encoding="utf-8"?>
<p:tagLst xmlns:p="http://schemas.openxmlformats.org/presentationml/2006/main">
  <p:tag name="KSO_WM_BEAUTIFY_FLAG" val=""/>
  <p:tag name="KSO_WM_DIAGRAM_VIRTUALLY_FRAME" val="{&quot;height&quot;:214.3517347980208,&quot;left&quot;:122.25,&quot;top&quot;:221.45251717048313,&quot;width&quot;:912.65}"/>
</p:tagLst>
</file>

<file path=ppt/tags/tag94.xml><?xml version="1.0" encoding="utf-8"?>
<p:tagLst xmlns:p="http://schemas.openxmlformats.org/presentationml/2006/main">
  <p:tag name="KSO_WM_BEAUTIFY_FLAG" val=""/>
  <p:tag name="KSO_WM_DIAGRAM_VIRTUALLY_FRAME" val="{&quot;height&quot;:214.3517347980208,&quot;left&quot;:122.25,&quot;top&quot;:221.45251717048313,&quot;width&quot;:912.65}"/>
</p:tagLst>
</file>

<file path=ppt/tags/tag95.xml><?xml version="1.0" encoding="utf-8"?>
<p:tagLst xmlns:p="http://schemas.openxmlformats.org/presentationml/2006/main">
  <p:tag name="KSO_WM_BEAUTIFY_FLAG" val=""/>
  <p:tag name="KSO_WM_DIAGRAM_VIRTUALLY_FRAME" val="{&quot;height&quot;:214.3517347980208,&quot;left&quot;:122.25,&quot;top&quot;:221.45251717048313,&quot;width&quot;:912.65}"/>
</p:tagLst>
</file>

<file path=ppt/tags/tag96.xml><?xml version="1.0" encoding="utf-8"?>
<p:tagLst xmlns:p="http://schemas.openxmlformats.org/presentationml/2006/main">
  <p:tag name="KSO_WM_BEAUTIFY_FLAG" val=""/>
  <p:tag name="KSO_WM_DIAGRAM_VIRTUALLY_FRAME" val="{&quot;height&quot;:214.3517347980208,&quot;left&quot;:122.25,&quot;top&quot;:221.45251717048313,&quot;width&quot;:912.65}"/>
</p:tagLst>
</file>

<file path=ppt/tags/tag97.xml><?xml version="1.0" encoding="utf-8"?>
<p:tagLst xmlns:p="http://schemas.openxmlformats.org/presentationml/2006/main">
  <p:tag name="KSO_WM_BEAUTIFY_FLAG" val=""/>
  <p:tag name="KSO_WM_DIAGRAM_VIRTUALLY_FRAME" val="{&quot;height&quot;:214.3517347980208,&quot;left&quot;:122.25,&quot;top&quot;:221.45251717048313,&quot;width&quot;:912.65}"/>
</p:tagLst>
</file>

<file path=ppt/tags/tag98.xml><?xml version="1.0" encoding="utf-8"?>
<p:tagLst xmlns:p="http://schemas.openxmlformats.org/presentationml/2006/main">
  <p:tag name="KSO_WM_DIAGRAM_VIRTUALLY_FRAME" val="{&quot;height&quot;:214.3517347980208,&quot;left&quot;:122.25,&quot;top&quot;:221.45251717048313,&quot;width&quot;:912.65}"/>
</p:tagLst>
</file>

<file path=ppt/tags/tag99.xml><?xml version="1.0" encoding="utf-8"?>
<p:tagLst xmlns:p="http://schemas.openxmlformats.org/presentationml/2006/main">
  <p:tag name="KSO_WM_BEAUTIFY_FLAG" val=""/>
  <p:tag name="KSO_WM_DIAGRAM_VIRTUALLY_FRAME" val="{&quot;height&quot;:214.3517347980208,&quot;left&quot;:122.25,&quot;top&quot;:221.45251717048313,&quot;width&quot;:912.65}"/>
</p:tagLst>
</file>

<file path=ppt/tags/tag100.xml><?xml version="1.0" encoding="utf-8"?>
<p:tagLst xmlns:p="http://schemas.openxmlformats.org/presentationml/2006/main">
  <p:tag name="KSO_WM_BEAUTIFY_FLAG" val=""/>
  <p:tag name="KSO_WM_DIAGRAM_VIRTUALLY_FRAME" val="{&quot;height&quot;:214.3517347980208,&quot;left&quot;:122.25,&quot;top&quot;:221.45251717048313,&quot;width&quot;:912.65}"/>
</p:tagLst>
</file>

<file path=ppt/tags/tag101.xml><?xml version="1.0" encoding="utf-8"?>
<p:tagLst xmlns:p="http://schemas.openxmlformats.org/presentationml/2006/main">
  <p:tag name="KSO_WM_BEAUTIFY_FLAG" val=""/>
  <p:tag name="KSO_WM_DIAGRAM_VIRTUALLY_FRAME" val="{&quot;height&quot;:214.3517347980208,&quot;left&quot;:122.25,&quot;top&quot;:221.45251717048313,&quot;width&quot;:912.65}"/>
</p:tagLst>
</file>

<file path=ppt/tags/tag102.xml><?xml version="1.0" encoding="utf-8"?>
<p:tagLst xmlns:p="http://schemas.openxmlformats.org/presentationml/2006/main">
  <p:tag name="KSO_WM_BEAUTIFY_FLAG" val=""/>
  <p:tag name="KSO_WM_DIAGRAM_VIRTUALLY_FRAME" val="{&quot;height&quot;:214.3517347980208,&quot;left&quot;:122.25,&quot;top&quot;:221.45251717048313,&quot;width&quot;:912.65}"/>
</p:tagLst>
</file>

<file path=ppt/tags/tag103.xml><?xml version="1.0" encoding="utf-8"?>
<p:tagLst xmlns:p="http://schemas.openxmlformats.org/presentationml/2006/main">
  <p:tag name="KSO_WM_BEAUTIFY_FLAG" val=""/>
  <p:tag name="KSO_WM_DIAGRAM_VIRTUALLY_FRAME" val="{&quot;height&quot;:214.3517347980208,&quot;left&quot;:122.25,&quot;top&quot;:221.45251717048313,&quot;width&quot;:912.65}"/>
</p:tagLst>
</file>

<file path=ppt/tags/tag104.xml><?xml version="1.0" encoding="utf-8"?>
<p:tagLst xmlns:p="http://schemas.openxmlformats.org/presentationml/2006/main">
  <p:tag name="KSO_WM_DIAGRAM_VIRTUALLY_FRAME" val="{&quot;height&quot;:214.3517347980208,&quot;left&quot;:122.25,&quot;top&quot;:221.45251717048313,&quot;width&quot;:912.65}"/>
</p:tagLst>
</file>

<file path=ppt/tags/tag105.xml><?xml version="1.0" encoding="utf-8"?>
<p:tagLst xmlns:p="http://schemas.openxmlformats.org/presentationml/2006/main">
  <p:tag name="KSO_WM_BEAUTIFY_FLAG" val=""/>
  <p:tag name="KSO_WM_DIAGRAM_VIRTUALLY_FRAME" val="{&quot;height&quot;:214.3517347980208,&quot;left&quot;:122.25,&quot;top&quot;:221.45251717048313,&quot;width&quot;:912.65}"/>
</p:tagLst>
</file>

<file path=ppt/tags/tag106.xml><?xml version="1.0" encoding="utf-8"?>
<p:tagLst xmlns:p="http://schemas.openxmlformats.org/presentationml/2006/main">
  <p:tag name="KSO_WM_BEAUTIFY_FLAG" val=""/>
  <p:tag name="KSO_WM_DIAGRAM_VIRTUALLY_FRAME" val="{&quot;height&quot;:214.3517347980208,&quot;left&quot;:122.25,&quot;top&quot;:221.45251717048313,&quot;width&quot;:912.65}"/>
</p:tagLst>
</file>

<file path=ppt/tags/tag107.xml><?xml version="1.0" encoding="utf-8"?>
<p:tagLst xmlns:p="http://schemas.openxmlformats.org/presentationml/2006/main">
  <p:tag name="KSO_WM_BEAUTIFY_FLAG" val=""/>
  <p:tag name="KSO_WM_DIAGRAM_VIRTUALLY_FRAME" val="{&quot;height&quot;:214.3517347980208,&quot;left&quot;:122.25,&quot;top&quot;:221.45251717048313,&quot;width&quot;:912.65}"/>
</p:tagLst>
</file>

<file path=ppt/tags/tag108.xml><?xml version="1.0" encoding="utf-8"?>
<p:tagLst xmlns:p="http://schemas.openxmlformats.org/presentationml/2006/main">
  <p:tag name="KSO_WM_BEAUTIFY_FLAG" val=""/>
  <p:tag name="KSO_WM_DIAGRAM_VIRTUALLY_FRAME" val="{&quot;height&quot;:214.3517347980208,&quot;left&quot;:122.25,&quot;top&quot;:221.45251717048313,&quot;width&quot;:912.65}"/>
</p:tagLst>
</file>

<file path=ppt/tags/tag109.xml><?xml version="1.0" encoding="utf-8"?>
<p:tagLst xmlns:p="http://schemas.openxmlformats.org/presentationml/2006/main">
  <p:tag name="KSO_WM_BEAUTIFY_FLAG" val=""/>
  <p:tag name="KSO_WM_DIAGRAM_VIRTUALLY_FRAME" val="{&quot;height&quot;:214.3517347980208,&quot;left&quot;:122.25,&quot;top&quot;:221.45251717048313,&quot;width&quot;:912.65}"/>
</p:tagLst>
</file>

<file path=ppt/tags/tag110.xml><?xml version="1.0" encoding="utf-8"?>
<p:tagLst xmlns:p="http://schemas.openxmlformats.org/presentationml/2006/main">
  <p:tag name="KSO_WM_DIAGRAM_VIRTUALLY_FRAME" val="{&quot;height&quot;:214.3517347980208,&quot;left&quot;:122.25,&quot;top&quot;:221.45251717048313,&quot;width&quot;:912.65}"/>
</p:tagLst>
</file>

<file path=ppt/tags/tag111.xml><?xml version="1.0" encoding="utf-8"?>
<p:tagLst xmlns:p="http://schemas.openxmlformats.org/presentationml/2006/main">
  <p:tag name="KSO_WM_BEAUTIFY_FLAG" val=""/>
  <p:tag name="KSO_WM_DIAGRAM_VIRTUALLY_FRAME" val="{&quot;height&quot;:214.3517347980208,&quot;left&quot;:122.25,&quot;top&quot;:221.45251717048313,&quot;width&quot;:912.65}"/>
</p:tagLst>
</file>

<file path=ppt/tags/tag112.xml><?xml version="1.0" encoding="utf-8"?>
<p:tagLst xmlns:p="http://schemas.openxmlformats.org/presentationml/2006/main">
  <p:tag name="KSO_WM_BEAUTIFY_FLAG" val=""/>
  <p:tag name="KSO_WM_DIAGRAM_VIRTUALLY_FRAME" val="{&quot;height&quot;:214.3517347980208,&quot;left&quot;:122.25,&quot;top&quot;:221.45251717048313,&quot;width&quot;:912.65}"/>
</p:tagLst>
</file>

<file path=ppt/tags/tag113.xml><?xml version="1.0" encoding="utf-8"?>
<p:tagLst xmlns:p="http://schemas.openxmlformats.org/presentationml/2006/main">
  <p:tag name="KSO_WM_BEAUTIFY_FLAG" val=""/>
  <p:tag name="KSO_WM_DIAGRAM_VIRTUALLY_FRAME" val="{&quot;height&quot;:214.3517347980208,&quot;left&quot;:122.25,&quot;top&quot;:221.45251717048313,&quot;width&quot;:912.65}"/>
</p:tagLst>
</file>

<file path=ppt/tags/tag114.xml><?xml version="1.0" encoding="utf-8"?>
<p:tagLst xmlns:p="http://schemas.openxmlformats.org/presentationml/2006/main">
  <p:tag name="KSO_WM_BEAUTIFY_FLAG" val=""/>
  <p:tag name="KSO_WM_DIAGRAM_VIRTUALLY_FRAME" val="{&quot;height&quot;:214.3517347980208,&quot;left&quot;:122.25,&quot;top&quot;:221.45251717048313,&quot;width&quot;:912.65}"/>
</p:tagLst>
</file>

<file path=ppt/tags/tag115.xml><?xml version="1.0" encoding="utf-8"?>
<p:tagLst xmlns:p="http://schemas.openxmlformats.org/presentationml/2006/main">
  <p:tag name="KSO_WM_BEAUTIFY_FLAG" val=""/>
  <p:tag name="KSO_WM_DIAGRAM_VIRTUALLY_FRAME" val="{&quot;height&quot;:214.3517347980208,&quot;left&quot;:122.25,&quot;top&quot;:221.45251717048313,&quot;width&quot;:912.65}"/>
</p:tagLst>
</file>

<file path=ppt/tags/tag116.xml><?xml version="1.0" encoding="utf-8"?>
<p:tagLst xmlns:p="http://schemas.openxmlformats.org/presentationml/2006/main">
  <p:tag name="KSO_WM_BEAUTIFY_FLAG" val=""/>
  <p:tag name="KSO_WM_DIAGRAM_VIRTUALLY_FRAME" val="{&quot;height&quot;:214.3517347980208,&quot;left&quot;:122.25,&quot;top&quot;:221.45251717048313,&quot;width&quot;:912.65}"/>
</p:tagLst>
</file>

<file path=ppt/tags/tag117.xml><?xml version="1.0" encoding="utf-8"?>
<p:tagLst xmlns:p="http://schemas.openxmlformats.org/presentationml/2006/main">
  <p:tag name="KSO_WM_BEAUTIFY_FLAG" val=""/>
  <p:tag name="KSO_WM_DIAGRAM_VIRTUALLY_FRAME" val="{&quot;height&quot;:214.3517347980208,&quot;left&quot;:122.25,&quot;top&quot;:221.45251717048313,&quot;width&quot;:912.65}"/>
</p:tagLst>
</file>

<file path=ppt/tags/tag118.xml><?xml version="1.0" encoding="utf-8"?>
<p:tagLst xmlns:p="http://schemas.openxmlformats.org/presentationml/2006/main">
  <p:tag name="KSO_WM_BEAUTIFY_FLAG" val=""/>
  <p:tag name="KSO_WM_DIAGRAM_VIRTUALLY_FRAME" val="{&quot;height&quot;:214.3517347980208,&quot;left&quot;:122.25,&quot;top&quot;:221.45251717048313,&quot;width&quot;:912.65}"/>
</p:tagLst>
</file>

<file path=ppt/tags/tag119.xml><?xml version="1.0" encoding="utf-8"?>
<p:tagLst xmlns:p="http://schemas.openxmlformats.org/presentationml/2006/main">
  <p:tag name="KSO_WM_BEAUTIFY_FLAG" val=""/>
  <p:tag name="KSO_WM_DIAGRAM_VIRTUALLY_FRAME" val="{&quot;height&quot;:214.3517347980208,&quot;left&quot;:122.25,&quot;top&quot;:221.45251717048313,&quot;width&quot;:912.65}"/>
</p:tagLst>
</file>

<file path=ppt/tags/tag120.xml><?xml version="1.0" encoding="utf-8"?>
<p:tagLst xmlns:p="http://schemas.openxmlformats.org/presentationml/2006/main">
  <p:tag name="KSO_WM_BEAUTIFY_FLAG" val=""/>
  <p:tag name="KSO_WM_DIAGRAM_VIRTUALLY_FRAME" val="{&quot;height&quot;:214.3517347980208,&quot;left&quot;:122.25,&quot;top&quot;:221.45251717048313,&quot;width&quot;:912.65}"/>
</p:tagLst>
</file>

<file path=ppt/tags/tag121.xml><?xml version="1.0" encoding="utf-8"?>
<p:tagLst xmlns:p="http://schemas.openxmlformats.org/presentationml/2006/main">
  <p:tag name="KSO_WM_BEAUTIFY_FLAG" val=""/>
  <p:tag name="KSO_WM_DIAGRAM_VIRTUALLY_FRAME" val="{&quot;height&quot;:214.3517347980208,&quot;left&quot;:122.25,&quot;top&quot;:221.45251717048313,&quot;width&quot;:912.65}"/>
</p:tagLst>
</file>

<file path=ppt/tags/tag12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3.xml><?xml version="1.0" encoding="utf-8"?>
<p:tagLst xmlns:p="http://schemas.openxmlformats.org/presentationml/2006/main">
  <p:tag name="KSO_WM_DIAGRAM_VIRTUALLY_FRAME" val="{&quot;height&quot;:358.6697637795275,&quot;left&quot;:77.42543307086616,&quot;top&quot;:111.24220472440945,&quot;width&quot;:365.88503937007863}"/>
</p:tagLst>
</file>

<file path=ppt/tags/tag124.xml><?xml version="1.0" encoding="utf-8"?>
<p:tagLst xmlns:p="http://schemas.openxmlformats.org/presentationml/2006/main">
  <p:tag name="KSO_WM_DIAGRAM_VIRTUALLY_FRAME" val="{&quot;height&quot;:358.6697637795275,&quot;left&quot;:77.42543307086616,&quot;top&quot;:111.24220472440945,&quot;width&quot;:365.88503937007863}"/>
</p:tagLst>
</file>

<file path=ppt/tags/tag125.xml><?xml version="1.0" encoding="utf-8"?>
<p:tagLst xmlns:p="http://schemas.openxmlformats.org/presentationml/2006/main">
  <p:tag name="KSO_WM_DIAGRAM_VIRTUALLY_FRAME" val="{&quot;height&quot;:358.6697637795275,&quot;left&quot;:77.42543307086616,&quot;top&quot;:111.24220472440945,&quot;width&quot;:365.88503937007863}"/>
</p:tagLst>
</file>

<file path=ppt/tags/tag126.xml><?xml version="1.0" encoding="utf-8"?>
<p:tagLst xmlns:p="http://schemas.openxmlformats.org/presentationml/2006/main">
  <p:tag name="KSO_WM_DIAGRAM_VIRTUALLY_FRAME" val="{&quot;height&quot;:358.6697637795275,&quot;left&quot;:77.42543307086616,&quot;top&quot;:111.24220472440945,&quot;width&quot;:365.88503937007863}"/>
</p:tagLst>
</file>

<file path=ppt/tags/tag127.xml><?xml version="1.0" encoding="utf-8"?>
<p:tagLst xmlns:p="http://schemas.openxmlformats.org/presentationml/2006/main">
  <p:tag name="KSO_WM_DIAGRAM_VIRTUALLY_FRAME" val="{&quot;height&quot;:358.6697637795275,&quot;left&quot;:77.42543307086616,&quot;top&quot;:111.24220472440945,&quot;width&quot;:365.88503937007863}"/>
</p:tagLst>
</file>

<file path=ppt/tags/tag128.xml><?xml version="1.0" encoding="utf-8"?>
<p:tagLst xmlns:p="http://schemas.openxmlformats.org/presentationml/2006/main">
  <p:tag name="KSO_WM_DIAGRAM_VIRTUALLY_FRAME" val="{&quot;height&quot;:358.6697637795275,&quot;left&quot;:77.42543307086616,&quot;top&quot;:111.24220472440945,&quot;width&quot;:365.88503937007863}"/>
</p:tagLst>
</file>

<file path=ppt/tags/tag129.xml><?xml version="1.0" encoding="utf-8"?>
<p:tagLst xmlns:p="http://schemas.openxmlformats.org/presentationml/2006/main">
  <p:tag name="KSO_WM_DIAGRAM_VIRTUALLY_FRAME" val="{&quot;height&quot;:358.6697637795275,&quot;left&quot;:77.42543307086616,&quot;top&quot;:111.24220472440945,&quot;width&quot;:365.88503937007863}"/>
</p:tagLst>
</file>

<file path=ppt/tags/tag130.xml><?xml version="1.0" encoding="utf-8"?>
<p:tagLst xmlns:p="http://schemas.openxmlformats.org/presentationml/2006/main">
  <p:tag name="KSO_WM_DIAGRAM_VIRTUALLY_FRAME" val="{&quot;height&quot;:358.6697637795275,&quot;left&quot;:77.42543307086616,&quot;top&quot;:111.24220472440945,&quot;width&quot;:365.88503937007863}"/>
</p:tagLst>
</file>

<file path=ppt/tags/tag131.xml><?xml version="1.0" encoding="utf-8"?>
<p:tagLst xmlns:p="http://schemas.openxmlformats.org/presentationml/2006/main">
  <p:tag name="KSO_WM_DIAGRAM_VIRTUALLY_FRAME" val="{&quot;height&quot;:358.6697637795275,&quot;left&quot;:77.42543307086616,&quot;top&quot;:111.24220472440945,&quot;width&quot;:365.88503937007863}"/>
</p:tagLst>
</file>

<file path=ppt/tags/tag132.xml><?xml version="1.0" encoding="utf-8"?>
<p:tagLst xmlns:p="http://schemas.openxmlformats.org/presentationml/2006/main">
  <p:tag name="KSO_WM_DIAGRAM_VIRTUALLY_FRAME" val="{&quot;height&quot;:358.6697637795275,&quot;left&quot;:77.42543307086616,&quot;top&quot;:111.24220472440945,&quot;width&quot;:365.88503937007863}"/>
</p:tagLst>
</file>

<file path=ppt/tags/tag133.xml><?xml version="1.0" encoding="utf-8"?>
<p:tagLst xmlns:p="http://schemas.openxmlformats.org/presentationml/2006/main">
  <p:tag name="KSO_WM_DIAGRAM_VIRTUALLY_FRAME" val="{&quot;height&quot;:358.6697637795275,&quot;left&quot;:77.42543307086616,&quot;top&quot;:111.24220472440945,&quot;width&quot;:365.88503937007863}"/>
</p:tagLst>
</file>

<file path=ppt/tags/tag134.xml><?xml version="1.0" encoding="utf-8"?>
<p:tagLst xmlns:p="http://schemas.openxmlformats.org/presentationml/2006/main">
  <p:tag name="KSO_WM_DIAGRAM_VIRTUALLY_FRAME" val="{&quot;height&quot;:358.6697637795275,&quot;left&quot;:77.42543307086616,&quot;top&quot;:111.24220472440945,&quot;width&quot;:365.88503937007863}"/>
</p:tagLst>
</file>

<file path=ppt/tags/tag135.xml><?xml version="1.0" encoding="utf-8"?>
<p:tagLst xmlns:p="http://schemas.openxmlformats.org/presentationml/2006/main">
  <p:tag name="KSO_WM_DIAGRAM_VIRTUALLY_FRAME" val="{&quot;height&quot;:358.6697637795275,&quot;left&quot;:77.42543307086616,&quot;top&quot;:111.24220472440945,&quot;width&quot;:365.88503937007863}"/>
</p:tagLst>
</file>

<file path=ppt/tags/tag136.xml><?xml version="1.0" encoding="utf-8"?>
<p:tagLst xmlns:p="http://schemas.openxmlformats.org/presentationml/2006/main">
  <p:tag name="KSO_WM_DIAGRAM_VIRTUALLY_FRAME" val="{&quot;height&quot;:358.6697637795275,&quot;left&quot;:77.42543307086616,&quot;top&quot;:111.24220472440945,&quot;width&quot;:365.88503937007863}"/>
</p:tagLst>
</file>

<file path=ppt/tags/tag137.xml><?xml version="1.0" encoding="utf-8"?>
<p:tagLst xmlns:p="http://schemas.openxmlformats.org/presentationml/2006/main">
  <p:tag name="KSO_WM_DIAGRAM_VIRTUALLY_FRAME" val="{&quot;height&quot;:358.6697637795275,&quot;left&quot;:77.42543307086616,&quot;top&quot;:111.24220472440945,&quot;width&quot;:365.88503937007863}"/>
</p:tagLst>
</file>

<file path=ppt/tags/tag138.xml><?xml version="1.0" encoding="utf-8"?>
<p:tagLst xmlns:p="http://schemas.openxmlformats.org/presentationml/2006/main">
  <p:tag name="KSO_WM_DIAGRAM_VIRTUALLY_FRAME" val="{&quot;height&quot;:358.6697637795275,&quot;left&quot;:77.42543307086616,&quot;top&quot;:111.24220472440945,&quot;width&quot;:365.88503937007863}"/>
</p:tagLst>
</file>

<file path=ppt/tags/tag139.xml><?xml version="1.0" encoding="utf-8"?>
<p:tagLst xmlns:p="http://schemas.openxmlformats.org/presentationml/2006/main">
  <p:tag name="KSO_WM_DIAGRAM_VIRTUALLY_FRAME" val="{&quot;height&quot;:358.6697637795275,&quot;left&quot;:88.77543307086614,&quot;top&quot;:111.24220472440945,&quot;width&quot;:351.5350393700787}"/>
</p:tagLst>
</file>

<file path=ppt/tags/tag140.xml><?xml version="1.0" encoding="utf-8"?>
<p:tagLst xmlns:p="http://schemas.openxmlformats.org/presentationml/2006/main">
  <p:tag name="KSO_WM_DIAGRAM_VIRTUALLY_FRAME" val="{&quot;height&quot;:358.6697637795275,&quot;left&quot;:77.42543307086616,&quot;top&quot;:111.24220472440945,&quot;width&quot;:365.88503937007863}"/>
</p:tagLst>
</file>

<file path=ppt/tags/tag141.xml><?xml version="1.0" encoding="utf-8"?>
<p:tagLst xmlns:p="http://schemas.openxmlformats.org/presentationml/2006/main">
  <p:tag name="KSO_WM_DIAGRAM_VIRTUALLY_FRAME" val="{&quot;height&quot;:358.6697637795275,&quot;left&quot;:77.42543307086616,&quot;top&quot;:111.24220472440945,&quot;width&quot;:365.88503937007863}"/>
</p:tagLst>
</file>

<file path=ppt/tags/tag142.xml><?xml version="1.0" encoding="utf-8"?>
<p:tagLst xmlns:p="http://schemas.openxmlformats.org/presentationml/2006/main">
  <p:tag name="KSO_WM_DIAGRAM_VIRTUALLY_FRAME" val="{&quot;height&quot;:492.4,&quot;left&quot;:49.124881889763756,&quot;top&quot;:-7.073779527559077,&quot;width&quot;:926.9560629921258}"/>
</p:tagLst>
</file>

<file path=ppt/tags/tag143.xml><?xml version="1.0" encoding="utf-8"?>
<p:tagLst xmlns:p="http://schemas.openxmlformats.org/presentationml/2006/main">
  <p:tag name="KSO_WM_DIAGRAM_VIRTUALLY_FRAME" val="{&quot;height&quot;:492.4,&quot;left&quot;:49.124881889763756,&quot;top&quot;:-7.073779527559077,&quot;width&quot;:926.9560629921258}"/>
</p:tagLst>
</file>

<file path=ppt/tags/tag144.xml><?xml version="1.0" encoding="utf-8"?>
<p:tagLst xmlns:p="http://schemas.openxmlformats.org/presentationml/2006/main">
  <p:tag name="KSO_WM_DIAGRAM_VIRTUALLY_FRAME" val="{&quot;height&quot;:492.4,&quot;left&quot;:49.124881889763756,&quot;top&quot;:-7.073779527559077,&quot;width&quot;:926.9560629921258}"/>
</p:tagLst>
</file>

<file path=ppt/tags/tag145.xml><?xml version="1.0" encoding="utf-8"?>
<p:tagLst xmlns:p="http://schemas.openxmlformats.org/presentationml/2006/main">
  <p:tag name="KSO_WM_DIAGRAM_VIRTUALLY_FRAME" val="{&quot;height&quot;:492.4,&quot;left&quot;:49.124881889763756,&quot;top&quot;:-7.073779527559077,&quot;width&quot;:926.9560629921258}"/>
</p:tagLst>
</file>

<file path=ppt/tags/tag146.xml><?xml version="1.0" encoding="utf-8"?>
<p:tagLst xmlns:p="http://schemas.openxmlformats.org/presentationml/2006/main">
  <p:tag name="KSO_WM_DIAGRAM_VIRTUALLY_FRAME" val="{&quot;height&quot;:492.4,&quot;left&quot;:49.124881889763756,&quot;top&quot;:-7.073779527559077,&quot;width&quot;:926.9560629921258}"/>
</p:tagLst>
</file>

<file path=ppt/tags/tag147.xml><?xml version="1.0" encoding="utf-8"?>
<p:tagLst xmlns:p="http://schemas.openxmlformats.org/presentationml/2006/main">
  <p:tag name="KSO_WM_DIAGRAM_VIRTUALLY_FRAME" val="{&quot;height&quot;:492.4,&quot;left&quot;:49.124881889763756,&quot;top&quot;:-7.073779527559077,&quot;width&quot;:926.9560629921258}"/>
</p:tagLst>
</file>

<file path=ppt/tags/tag148.xml><?xml version="1.0" encoding="utf-8"?>
<p:tagLst xmlns:p="http://schemas.openxmlformats.org/presentationml/2006/main">
  <p:tag name="KSO_WM_DIAGRAM_VIRTUALLY_FRAME" val="{&quot;height&quot;:492.4,&quot;left&quot;:49.124881889763756,&quot;top&quot;:-7.073779527559077,&quot;width&quot;:926.9560629921258}"/>
</p:tagLst>
</file>

<file path=ppt/tags/tag149.xml><?xml version="1.0" encoding="utf-8"?>
<p:tagLst xmlns:p="http://schemas.openxmlformats.org/presentationml/2006/main">
  <p:tag name="KSO_WM_DIAGRAM_VIRTUALLY_FRAME" val="{&quot;height&quot;:492.4,&quot;left&quot;:49.124881889763756,&quot;top&quot;:-7.073779527559077,&quot;width&quot;:926.9560629921258}"/>
</p:tagLst>
</file>

<file path=ppt/tags/tag150.xml><?xml version="1.0" encoding="utf-8"?>
<p:tagLst xmlns:p="http://schemas.openxmlformats.org/presentationml/2006/main">
  <p:tag name="KSO_WM_DIAGRAM_VIRTUALLY_FRAME" val="{&quot;height&quot;:492.4,&quot;left&quot;:49.124881889763756,&quot;top&quot;:-7.073779527559077,&quot;width&quot;:926.9560629921258}"/>
</p:tagLst>
</file>

<file path=ppt/tags/tag151.xml><?xml version="1.0" encoding="utf-8"?>
<p:tagLst xmlns:p="http://schemas.openxmlformats.org/presentationml/2006/main">
  <p:tag name="KSO_WM_DIAGRAM_VIRTUALLY_FRAME" val="{&quot;height&quot;:492.4,&quot;left&quot;:49.124881889763756,&quot;top&quot;:-7.073779527559077,&quot;width&quot;:926.9560629921258}"/>
</p:tagLst>
</file>

<file path=ppt/tags/tag152.xml><?xml version="1.0" encoding="utf-8"?>
<p:tagLst xmlns:p="http://schemas.openxmlformats.org/presentationml/2006/main">
  <p:tag name="KSO_WM_DIAGRAM_VIRTUALLY_FRAME" val="{&quot;height&quot;:492.4,&quot;left&quot;:49.124881889763756,&quot;top&quot;:-7.073779527559077,&quot;width&quot;:926.9560629921258}"/>
</p:tagLst>
</file>

<file path=ppt/tags/tag153.xml><?xml version="1.0" encoding="utf-8"?>
<p:tagLst xmlns:p="http://schemas.openxmlformats.org/presentationml/2006/main">
  <p:tag name="KSO_WM_DIAGRAM_VIRTUALLY_FRAME" val="{&quot;height&quot;:492.4,&quot;left&quot;:49.124881889763756,&quot;top&quot;:-7.073779527559077,&quot;width&quot;:926.9560629921258}"/>
</p:tagLst>
</file>

<file path=ppt/tags/tag154.xml><?xml version="1.0" encoding="utf-8"?>
<p:tagLst xmlns:p="http://schemas.openxmlformats.org/presentationml/2006/main">
  <p:tag name="KSO_WM_DIAGRAM_VIRTUALLY_FRAME" val="{&quot;height&quot;:387.03614173228345,&quot;left&quot;:33.63606299212597,&quot;top&quot;:82.88874015748033,&quot;width&quot;:898.6139370078741}"/>
</p:tagLst>
</file>

<file path=ppt/tags/tag155.xml><?xml version="1.0" encoding="utf-8"?>
<p:tagLst xmlns:p="http://schemas.openxmlformats.org/presentationml/2006/main">
  <p:tag name="KSO_WM_DIAGRAM_VIRTUALLY_FRAME" val="{&quot;height&quot;:387.03614173228345,&quot;left&quot;:33.63606299212597,&quot;top&quot;:82.88874015748033,&quot;width&quot;:898.6139370078741}"/>
</p:tagLst>
</file>

<file path=ppt/tags/tag156.xml><?xml version="1.0" encoding="utf-8"?>
<p:tagLst xmlns:p="http://schemas.openxmlformats.org/presentationml/2006/main">
  <p:tag name="KSO_WM_DIAGRAM_VIRTUALLY_FRAME" val="{&quot;height&quot;:387.03614173228345,&quot;left&quot;:33.63606299212597,&quot;top&quot;:82.88874015748033,&quot;width&quot;:898.6139370078741}"/>
</p:tagLst>
</file>

<file path=ppt/tags/tag157.xml><?xml version="1.0" encoding="utf-8"?>
<p:tagLst xmlns:p="http://schemas.openxmlformats.org/presentationml/2006/main">
  <p:tag name="KSO_WM_DIAGRAM_VIRTUALLY_FRAME" val="{&quot;height&quot;:387.03614173228345,&quot;left&quot;:33.63606299212597,&quot;top&quot;:82.88874015748033,&quot;width&quot;:898.6139370078741}"/>
</p:tagLst>
</file>

<file path=ppt/tags/tag158.xml><?xml version="1.0" encoding="utf-8"?>
<p:tagLst xmlns:p="http://schemas.openxmlformats.org/presentationml/2006/main">
  <p:tag name="KSO_WM_DIAGRAM_VIRTUALLY_FRAME" val="{&quot;height&quot;:387.03614173228345,&quot;left&quot;:33.63606299212597,&quot;top&quot;:82.88874015748033,&quot;width&quot;:898.6139370078741}"/>
</p:tagLst>
</file>

<file path=ppt/tags/tag159.xml><?xml version="1.0" encoding="utf-8"?>
<p:tagLst xmlns:p="http://schemas.openxmlformats.org/presentationml/2006/main">
  <p:tag name="KSO_WM_DIAGRAM_VIRTUALLY_FRAME" val="{&quot;height&quot;:387.03614173228345,&quot;left&quot;:33.63606299212597,&quot;top&quot;:82.88874015748033,&quot;width&quot;:898.6139370078741}"/>
</p:tagLst>
</file>

<file path=ppt/tags/tag160.xml><?xml version="1.0" encoding="utf-8"?>
<p:tagLst xmlns:p="http://schemas.openxmlformats.org/presentationml/2006/main">
  <p:tag name="KSO_WM_DIAGRAM_VIRTUALLY_FRAME" val="{&quot;height&quot;:387.03614173228345,&quot;left&quot;:33.63606299212597,&quot;top&quot;:82.88874015748033,&quot;width&quot;:898.6139370078741}"/>
</p:tagLst>
</file>

<file path=ppt/tags/tag161.xml><?xml version="1.0" encoding="utf-8"?>
<p:tagLst xmlns:p="http://schemas.openxmlformats.org/presentationml/2006/main">
  <p:tag name="KSO_WM_DIAGRAM_VIRTUALLY_FRAME" val="{&quot;height&quot;:387.03614173228345,&quot;left&quot;:33.63606299212597,&quot;top&quot;:82.88874015748033,&quot;width&quot;:898.6139370078741}"/>
</p:tagLst>
</file>

<file path=ppt/tags/tag162.xml><?xml version="1.0" encoding="utf-8"?>
<p:tagLst xmlns:p="http://schemas.openxmlformats.org/presentationml/2006/main">
  <p:tag name="KSO_WM_DIAGRAM_VIRTUALLY_FRAME" val="{&quot;height&quot;:387.03614173228345,&quot;left&quot;:33.63606299212597,&quot;top&quot;:82.88874015748033,&quot;width&quot;:898.6139370078741}"/>
</p:tagLst>
</file>

<file path=ppt/tags/tag163.xml><?xml version="1.0" encoding="utf-8"?>
<p:tagLst xmlns:p="http://schemas.openxmlformats.org/presentationml/2006/main">
  <p:tag name="KSO_WM_DIAGRAM_VIRTUALLY_FRAME" val="{&quot;height&quot;:421.95,&quot;left&quot;:13.85,&quot;top&quot;:65.9,&quot;width&quot;:680}"/>
</p:tagLst>
</file>

<file path=ppt/tags/tag164.xml><?xml version="1.0" encoding="utf-8"?>
<p:tagLst xmlns:p="http://schemas.openxmlformats.org/presentationml/2006/main">
  <p:tag name="KSO_WM_DIAGRAM_VIRTUALLY_FRAME" val="{&quot;height&quot;:421.95,&quot;left&quot;:13.85,&quot;top&quot;:65.9,&quot;width&quot;:680}"/>
</p:tagLst>
</file>

<file path=ppt/tags/tag165.xml><?xml version="1.0" encoding="utf-8"?>
<p:tagLst xmlns:p="http://schemas.openxmlformats.org/presentationml/2006/main">
  <p:tag name="KSO_WM_DIAGRAM_VIRTUALLY_FRAME" val="{&quot;height&quot;:421.95,&quot;left&quot;:13.85,&quot;top&quot;:65.9,&quot;width&quot;:680}"/>
</p:tagLst>
</file>

<file path=ppt/tags/tag166.xml><?xml version="1.0" encoding="utf-8"?>
<p:tagLst xmlns:p="http://schemas.openxmlformats.org/presentationml/2006/main">
  <p:tag name="commondata" val="eyJoZGlkIjoiN2YzNjBkOTgyNWQ1YTMxYzM3MzMwNWFiODNmOWIzYWM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2075</Words>
  <Application>WPS 演示</Application>
  <PresentationFormat>宽屏</PresentationFormat>
  <Paragraphs>194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3" baseType="lpstr">
      <vt:lpstr>Arial</vt:lpstr>
      <vt:lpstr>宋体</vt:lpstr>
      <vt:lpstr>Wingdings</vt:lpstr>
      <vt:lpstr>思源黑体旧字形 Light</vt:lpstr>
      <vt:lpstr>包图粗黑体</vt:lpstr>
      <vt:lpstr>黑体</vt:lpstr>
      <vt:lpstr>思源黑体 CN Normal</vt:lpstr>
      <vt:lpstr>仿宋</vt:lpstr>
      <vt:lpstr>华文中宋</vt:lpstr>
      <vt:lpstr>Arial</vt:lpstr>
      <vt:lpstr>微软雅黑</vt:lpstr>
      <vt:lpstr>阿里巴巴普惠体 2.0 75 SemiBold</vt:lpstr>
      <vt:lpstr>字魂58号-创中黑</vt:lpstr>
      <vt:lpstr>演示斜黑体</vt:lpstr>
      <vt:lpstr>华文细黑</vt:lpstr>
      <vt:lpstr>阿里巴巴普惠体 2.0 45 Light</vt:lpstr>
      <vt:lpstr>Times New Roman</vt:lpstr>
      <vt:lpstr>Calibri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杨松玮</cp:lastModifiedBy>
  <cp:revision>6</cp:revision>
  <dcterms:created xsi:type="dcterms:W3CDTF">2023-08-09T12:44:00Z</dcterms:created>
  <dcterms:modified xsi:type="dcterms:W3CDTF">2024-07-19T06:26:28Z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2052-12.1.0.17147</vt:lpwstr>
  </property>
</Properties>
</file>